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4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5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823" r:id="rId5"/>
    <p:sldMasterId id="2147483829" r:id="rId6"/>
    <p:sldMasterId id="2147483858" r:id="rId7"/>
    <p:sldMasterId id="2147483889" r:id="rId8"/>
  </p:sldMasterIdLst>
  <p:notesMasterIdLst>
    <p:notesMasterId r:id="rId15"/>
  </p:notesMasterIdLst>
  <p:handoutMasterIdLst>
    <p:handoutMasterId r:id="rId16"/>
  </p:handoutMasterIdLst>
  <p:sldIdLst>
    <p:sldId id="2147478712" r:id="rId9"/>
    <p:sldId id="2147481829" r:id="rId10"/>
    <p:sldId id="2147481837" r:id="rId11"/>
    <p:sldId id="2147481833" r:id="rId12"/>
    <p:sldId id="2147481832" r:id="rId13"/>
    <p:sldId id="2147481835" r:id="rId14"/>
  </p:sldIdLst>
  <p:sldSz cx="12192000" cy="6858000"/>
  <p:notesSz cx="6797675" cy="9926638"/>
  <p:embeddedFontLst>
    <p:embeddedFont>
      <p:font typeface="GSK Precision" pitchFamily="2" charset="77"/>
      <p:regular r:id="rId17"/>
      <p:bold r:id="rId18"/>
      <p:italic r:id="rId19"/>
      <p:boldItalic r:id="rId20"/>
    </p:embeddedFont>
    <p:embeddedFont>
      <p:font typeface="GSK Precision Light" pitchFamily="2" charset="77"/>
      <p:regular r:id="rId21"/>
      <p:italic r:id="rId22"/>
    </p:embeddedFont>
  </p:embeddedFontLst>
  <p:custDataLst>
    <p:tags r:id="rId23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33491F-0AEE-5853-4082-F183EB77CF61}" name="Steph Mountifield" initials="SM" userId="S::steph.x.mountifield@gsk.com::a4928691-43bb-4009-af7a-fdbd1cdd101a" providerId="AD"/>
  <p188:author id="{6B4B8226-F52C-C96F-C914-2B9CBC8D5A35}" name="Adam Walker" initials="AW" userId="S::adam.x.walker@gsk.com::69eddb34-6f2c-4ac0-86e4-ac6421a5ffae" providerId="AD"/>
  <p188:author id="{62F94E30-6DC3-AEFB-35D0-A575DB289724}" name="Julie Brown" initials="JB" userId="S::julie.b.brown@gsk.com::13e00d3c-a97a-41b6-9a9e-165a57fbcee8" providerId="AD"/>
  <p188:author id="{332EF94C-62B2-A31E-7FD1-FD7A969CECD1}" name="Frances DeFranco" initials="FD" userId="S::frances.p.defranco@gsk.com::eb826ecd-5ea5-4b90-874c-0df191ec8729" providerId="AD"/>
  <p188:author id="{4E470E4D-5954-7A2F-EC85-FB234EE898C7}" name="Mick Readey" initials="MR" userId="S::mick.j.readey@gsk.com::0b92a169-bbcb-43ef-81d2-e8c63af47aee" providerId="AD"/>
  <p188:author id="{BC78806A-E8D6-F336-D629-FF233FF76F4A}" name="Jeff McLaughlin" initials="JM" userId="S::jeffrey.r.mclaughlin@gsk.com::ff099d38-e389-4909-84aa-0f93a9c41869" providerId="AD"/>
  <p188:author id="{B5F0F672-D683-0E8F-462E-77A189C4DDE3}" name="Rachel Cooper" initials="RC" userId="S::rachel.x.cooper@gsk.com::dcd98ea7-0530-439a-b6c7-d2255ae99370" providerId="AD"/>
  <p188:author id="{3EFC6D7E-A7F0-A689-DA2A-461F694828B8}" name="Dan Smith" initials="DS" userId="S::daniel.6.smith@gsk.com::1e9520b2-ba62-47a0-a2ac-866daae3633a" providerId="AD"/>
  <p188:author id="{52256E88-2470-B7CF-7C30-9DD380403842}" name="Philip Thomson" initials="PT" userId="S::philip.c.thomson@gsk.com::8d2748ef-2790-4e90-90f3-a7de36ed3c71" providerId="AD"/>
  <p188:author id="{0F814895-BBAA-BC4F-1E26-A92EA9D16595}" name="Siddharth Sharma" initials="SS" userId="S::siddharth.x.sharma@gsk.com::d93007e8-5c2e-4c48-ad4c-c30b70ff8c19" providerId="AD"/>
  <p188:author id="{787F3DA1-A38B-A05A-146A-667B44D057AF}" name="Bikash Karmakar" initials="BK" userId="S::bikash.x.karmakar@gsk.com::2e6fba3f-fc1b-47e6-8b39-aea2d6956aeb" providerId="AD"/>
  <p188:author id="{A013DFA1-5842-7ABD-F446-07EF4DA2E073}" name="Camilla Campbell" initials="CC" userId="S::camilla.x.campbell@gsk.com::f354a458-666f-4179-94c5-a1c15c3550b3" providerId="AD"/>
  <p188:author id="{57461DB2-0531-5CB4-8331-C4475493EFAE}" name="Joey Quismorio" initials="JQ" userId="S::joey.x.quismorio@gsk.com::3bee8e49-79d9-4a39-8d3b-20449ddf4d4b" providerId="AD"/>
  <p188:author id="{B68C6BCE-23EA-863F-60F0-BB0A515D7850}" name="Becca Splain" initials="BS" userId="S::rebecca.a.splain@gsk.com::99405591-4d41-499b-8e14-e808507ad49f" providerId="AD"/>
  <p188:author id="{558CE4D0-5F2A-CB9F-4195-D5452E1D6208}" name="Zach Carfi" initials="ZC" userId="S::zachary.m.carfi@gsk.com::81e66c6b-031b-408f-b271-85366586a19c" providerId="AD"/>
  <p188:author id="{4B707CD6-B05E-0999-7A6D-07885B7C6DD4}" name="Joshua Williams" initials="JW" userId="S::joshua.x.williams@gsk.com::7a9ed8af-6a73-4d7b-ae60-ca0f61f6d8ae" providerId="AD"/>
  <p188:author id="{3311BCE3-3FCB-B423-1897-136293B3FD00}" name="Anna Fent" initials="AF" userId="S::anna.x.fent@gsk.com::1898f3b1-ceb0-44f1-b030-5d7361b1b172" providerId="AD"/>
  <p188:author id="{8C1541ED-0665-1BE2-4BC6-713A9ACBA163}" name="Faye Marsden" initials="FM" userId="S::faye.x.marsden@gsk.com::c485cf86-cad5-4848-9dcb-e66e52a443d1" providerId="AD"/>
  <p188:author id="{718EB1F3-E3BC-0059-7088-FE6B2B53FB33}" name="Nick Stone" initials="NS" userId="S::nick.j.stone@gsk.com::533b8c48-eb7a-433a-bb81-7dfa659ce1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3728"/>
    <a:srgbClr val="E21860"/>
    <a:srgbClr val="7F7F7F"/>
    <a:srgbClr val="616161"/>
    <a:srgbClr val="A6A6A6"/>
    <a:srgbClr val="D9D9D9"/>
    <a:srgbClr val="F5A3C1"/>
    <a:srgbClr val="DD4538"/>
    <a:srgbClr val="FFFFFF"/>
    <a:srgbClr val="959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94863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8" Type="http://schemas.microsoft.com/office/2018/10/relationships/authors" Target="authors.xml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C5DC5B-BF83-D0F8-F17D-E458477D6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5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A5C446-58AD-F05A-78BC-F13AD7A39D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8055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42FE7CBA-E269-484E-BC88-4EF08BDBC0FE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AEC85-53EE-AA3F-A105-CB67500BD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4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DCF5B-A081-B9F4-9E5F-FDA0297F20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4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1B59F402-05D6-4C19-804E-80C8EBA9A7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6926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050A8971-52B8-4C5A-99D8-986A596F2912}" type="datetimeFigureOut">
              <a:rPr lang="en-GB" smtClean="0"/>
              <a:pPr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16700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026B53C8-14E4-49A7-A1A5-3BF810B81EB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0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6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Relationship Id="rId6" Type="http://schemas.openxmlformats.org/officeDocument/2006/relationships/image" Target="../media/image4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png"/><Relationship Id="rId4" Type="http://schemas.openxmlformats.org/officeDocument/2006/relationships/image" Target="../media/image2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png"/><Relationship Id="rId4" Type="http://schemas.openxmlformats.org/officeDocument/2006/relationships/image" Target="../media/image2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Relationship Id="rId6" Type="http://schemas.openxmlformats.org/officeDocument/2006/relationships/image" Target="../media/image6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4.sv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oleObject" Target="../embeddings/oleObject19.bin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17.sv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8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3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2.sv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7.jpeg"/></Relationships>
</file>

<file path=ppt/slideLayouts/_rels/slideLayout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6.sv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8.jpe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6.svg"/><Relationship Id="rId4" Type="http://schemas.openxmlformats.org/officeDocument/2006/relationships/image" Target="../media/image4.svg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7.xml"/><Relationship Id="rId6" Type="http://schemas.openxmlformats.org/officeDocument/2006/relationships/image" Target="../media/image4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48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9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0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3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Relationship Id="rId6" Type="http://schemas.openxmlformats.org/officeDocument/2006/relationships/image" Target="../media/image6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892896-0027-443A-D01E-0CE282B3A5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9136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892896-0027-443A-D01E-0CE282B3A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DD59A9-81EE-0DF4-BF97-645E59790906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3382710"/>
          </a:xfrm>
          <a:custGeom>
            <a:avLst/>
            <a:gdLst>
              <a:gd name="connsiteX0" fmla="*/ 0 w 12192000"/>
              <a:gd name="connsiteY0" fmla="*/ 0 h 3382710"/>
              <a:gd name="connsiteX1" fmla="*/ 12192000 w 12192000"/>
              <a:gd name="connsiteY1" fmla="*/ 0 h 3382710"/>
              <a:gd name="connsiteX2" fmla="*/ 12192000 w 12192000"/>
              <a:gd name="connsiteY2" fmla="*/ 2525484 h 3382710"/>
              <a:gd name="connsiteX3" fmla="*/ 10930890 w 12192000"/>
              <a:gd name="connsiteY3" fmla="*/ 2525484 h 3382710"/>
              <a:gd name="connsiteX4" fmla="*/ 8755659 w 12192000"/>
              <a:gd name="connsiteY4" fmla="*/ 2525484 h 3382710"/>
              <a:gd name="connsiteX5" fmla="*/ 7004114 w 12192000"/>
              <a:gd name="connsiteY5" fmla="*/ 2525484 h 3382710"/>
              <a:gd name="connsiteX6" fmla="*/ 6113526 w 12192000"/>
              <a:gd name="connsiteY6" fmla="*/ 3366922 h 3382710"/>
              <a:gd name="connsiteX7" fmla="*/ 6078476 w 12192000"/>
              <a:gd name="connsiteY7" fmla="*/ 3366922 h 3382710"/>
              <a:gd name="connsiteX8" fmla="*/ 5187887 w 12192000"/>
              <a:gd name="connsiteY8" fmla="*/ 2525484 h 3382710"/>
              <a:gd name="connsiteX9" fmla="*/ 3436341 w 12192000"/>
              <a:gd name="connsiteY9" fmla="*/ 2525484 h 3382710"/>
              <a:gd name="connsiteX10" fmla="*/ 1261112 w 12192000"/>
              <a:gd name="connsiteY10" fmla="*/ 2525484 h 3382710"/>
              <a:gd name="connsiteX11" fmla="*/ 0 w 12192000"/>
              <a:gd name="connsiteY11" fmla="*/ 2525484 h 338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382710">
                <a:moveTo>
                  <a:pt x="0" y="0"/>
                </a:moveTo>
                <a:lnTo>
                  <a:pt x="12192000" y="0"/>
                </a:lnTo>
                <a:lnTo>
                  <a:pt x="12192000" y="2525484"/>
                </a:lnTo>
                <a:lnTo>
                  <a:pt x="10930890" y="2525484"/>
                </a:lnTo>
                <a:lnTo>
                  <a:pt x="8755659" y="2525484"/>
                </a:lnTo>
                <a:lnTo>
                  <a:pt x="7004114" y="2525484"/>
                </a:lnTo>
                <a:cubicBezTo>
                  <a:pt x="6541294" y="2525484"/>
                  <a:pt x="6260783" y="2827046"/>
                  <a:pt x="6113526" y="3366922"/>
                </a:cubicBezTo>
                <a:cubicBezTo>
                  <a:pt x="6106478" y="3387973"/>
                  <a:pt x="6085525" y="3387973"/>
                  <a:pt x="6078476" y="3366922"/>
                </a:cubicBezTo>
                <a:cubicBezTo>
                  <a:pt x="5931221" y="2827046"/>
                  <a:pt x="5650707" y="2525484"/>
                  <a:pt x="5187887" y="2525484"/>
                </a:cubicBezTo>
                <a:lnTo>
                  <a:pt x="3436341" y="2525484"/>
                </a:lnTo>
                <a:lnTo>
                  <a:pt x="1261112" y="2525484"/>
                </a:lnTo>
                <a:lnTo>
                  <a:pt x="0" y="2525484"/>
                </a:lnTo>
                <a:close/>
              </a:path>
            </a:pathLst>
          </a:cu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520700" y="3940216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0700" y="4502943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1E81C-A3CE-333A-79BA-25D8F93FB564}"/>
              </a:ext>
            </a:extLst>
          </p:cNvPr>
          <p:cNvSpPr/>
          <p:nvPr userDrawn="1"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1FA932-514A-C951-F952-F8A43667EA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4D693C-2F89-1D26-FDEF-3BF8AB9EE5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pic>
        <p:nvPicPr>
          <p:cNvPr id="24" name="Picture 23" descr="Icon&#10;&#10;Description automatically generated with medium confidence">
            <a:extLst>
              <a:ext uri="{FF2B5EF4-FFF2-40B4-BE49-F238E27FC236}">
                <a16:creationId xmlns:a16="http://schemas.microsoft.com/office/drawing/2014/main" id="{40DDF016-D509-BED0-161C-B51B4CFCB42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1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EE5C-8451-457A-BD36-F438731D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630E13A-9E76-B161-1416-CBE84BD2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474805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202868D-ACDF-6434-3575-872690D6A7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47480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74B05C-AADA-DE64-7CCE-6E374DE8A94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00D9DEB-3F09-2300-9ADD-BA0650A439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47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30D3666-6EB4-2815-6D2E-EFE946A218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443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30D3666-6EB4-2815-6D2E-EFE946A218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8F29C9-8F7E-1D4B-3005-616565FA7753}"/>
              </a:ext>
            </a:extLst>
          </p:cNvPr>
          <p:cNvSpPr/>
          <p:nvPr userDrawn="1"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F7007A-5965-5814-8FF8-29077566CB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00" y="5010784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enter section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6A64F09-F5D8-B6EE-7ED5-2B69A4668C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0700" y="5558794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speaker name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781331-5517-AE28-7C8D-8C014D42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1CDC9B-479F-3EF6-C5CE-3CFBF329B38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1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D48070-D695-60C2-898C-9832D9369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11161"/>
            <a:ext cx="11460164" cy="4767421"/>
          </a:xfrm>
          <a:custGeom>
            <a:avLst/>
            <a:gdLst>
              <a:gd name="connsiteX0" fmla="*/ 185682 w 11460164"/>
              <a:gd name="connsiteY0" fmla="*/ 0 h 4484800"/>
              <a:gd name="connsiteX1" fmla="*/ 11274482 w 11460164"/>
              <a:gd name="connsiteY1" fmla="*/ 0 h 4484800"/>
              <a:gd name="connsiteX2" fmla="*/ 11460164 w 11460164"/>
              <a:gd name="connsiteY2" fmla="*/ 185682 h 4484800"/>
              <a:gd name="connsiteX3" fmla="*/ 11460164 w 11460164"/>
              <a:gd name="connsiteY3" fmla="*/ 456183 h 4484800"/>
              <a:gd name="connsiteX4" fmla="*/ 11460164 w 11460164"/>
              <a:gd name="connsiteY4" fmla="*/ 715601 h 4484800"/>
              <a:gd name="connsiteX5" fmla="*/ 11460164 w 11460164"/>
              <a:gd name="connsiteY5" fmla="*/ 4299118 h 4484800"/>
              <a:gd name="connsiteX6" fmla="*/ 11274482 w 11460164"/>
              <a:gd name="connsiteY6" fmla="*/ 4484800 h 4484800"/>
              <a:gd name="connsiteX7" fmla="*/ 185682 w 11460164"/>
              <a:gd name="connsiteY7" fmla="*/ 4484800 h 4484800"/>
              <a:gd name="connsiteX8" fmla="*/ 0 w 11460164"/>
              <a:gd name="connsiteY8" fmla="*/ 4299118 h 4484800"/>
              <a:gd name="connsiteX9" fmla="*/ 0 w 11460164"/>
              <a:gd name="connsiteY9" fmla="*/ 715601 h 4484800"/>
              <a:gd name="connsiteX10" fmla="*/ 0 w 11460164"/>
              <a:gd name="connsiteY10" fmla="*/ 456183 h 4484800"/>
              <a:gd name="connsiteX11" fmla="*/ 0 w 11460164"/>
              <a:gd name="connsiteY11" fmla="*/ 185682 h 4484800"/>
              <a:gd name="connsiteX12" fmla="*/ 185682 w 11460164"/>
              <a:gd name="connsiteY12" fmla="*/ 0 h 44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60164" h="4484800">
                <a:moveTo>
                  <a:pt x="185682" y="0"/>
                </a:moveTo>
                <a:lnTo>
                  <a:pt x="11274482" y="0"/>
                </a:lnTo>
                <a:cubicBezTo>
                  <a:pt x="11377031" y="0"/>
                  <a:pt x="11460164" y="83133"/>
                  <a:pt x="11460164" y="185682"/>
                </a:cubicBezTo>
                <a:lnTo>
                  <a:pt x="11460164" y="456183"/>
                </a:lnTo>
                <a:lnTo>
                  <a:pt x="11460164" y="715601"/>
                </a:lnTo>
                <a:lnTo>
                  <a:pt x="11460164" y="4299118"/>
                </a:lnTo>
                <a:cubicBezTo>
                  <a:pt x="11460164" y="4401667"/>
                  <a:pt x="11377031" y="4484800"/>
                  <a:pt x="11274482" y="4484800"/>
                </a:cubicBezTo>
                <a:lnTo>
                  <a:pt x="185682" y="4484800"/>
                </a:lnTo>
                <a:cubicBezTo>
                  <a:pt x="83133" y="4484800"/>
                  <a:pt x="0" y="4401667"/>
                  <a:pt x="0" y="4299118"/>
                </a:cubicBezTo>
                <a:lnTo>
                  <a:pt x="0" y="715601"/>
                </a:lnTo>
                <a:lnTo>
                  <a:pt x="0" y="456183"/>
                </a:lnTo>
                <a:lnTo>
                  <a:pt x="0" y="185682"/>
                </a:lnTo>
                <a:cubicBezTo>
                  <a:pt x="0" y="83133"/>
                  <a:pt x="83133" y="0"/>
                  <a:pt x="1856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outside of grey 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0296A1-E119-4AEC-80A5-65FD719F96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C0D48C-007D-FEEC-D1DF-C0089187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F6E4BF1-5B10-6CC3-60CB-FA773CAB8A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99DCD39-6F77-D442-9C41-7FE9A4CBB7F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40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B722-CBB2-49EC-937E-10206DEB6BD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E53DDB-FDB6-66D3-FC50-5426FF978D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03338"/>
            <a:ext cx="11460163" cy="4766400"/>
          </a:xfrm>
        </p:spPr>
        <p:txBody>
          <a:bodyPr lIns="0" tIns="180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 </a:t>
            </a:r>
            <a:br>
              <a:rPr lang="en-US"/>
            </a:br>
            <a:r>
              <a:rPr lang="en-US"/>
              <a:t>If text content appears too large please reduce the size of this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7A86B9-637F-F18A-3604-5A44F7C4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A89E078-B97D-529E-FF83-DF5AD69D5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D601A5-6CEE-D258-CCEB-85D1BB27BD8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75AA5D9-D574-279B-8022-F118CEE297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722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65456" y="1303338"/>
            <a:ext cx="11460701" cy="399600"/>
          </a:xfrm>
          <a:prstGeom prst="rect">
            <a:avLst/>
          </a:prstGeom>
        </p:spPr>
        <p:txBody>
          <a:bodyPr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361942" indent="0">
              <a:buNone/>
              <a:defRPr/>
            </a:lvl2pPr>
            <a:lvl3pPr marL="711182" indent="0">
              <a:buNone/>
              <a:defRPr/>
            </a:lvl3pPr>
            <a:lvl4pPr marL="1087939" indent="0">
              <a:buNone/>
              <a:defRPr/>
            </a:lvl4pPr>
            <a:lvl5pPr marL="1473163" indent="0">
              <a:buNone/>
              <a:defRPr/>
            </a:lvl5pPr>
          </a:lstStyle>
          <a:p>
            <a:pPr lvl="0"/>
            <a:r>
              <a:rPr lang="en-GB"/>
              <a:t>Click to enter subheading text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F230C5-C173-4CDF-8F46-DDF8D7240B6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07AE8-19F2-04D9-93C9-C4F2357C2A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5125" y="1702938"/>
            <a:ext cx="11460163" cy="4358228"/>
          </a:xfrm>
        </p:spPr>
        <p:txBody>
          <a:bodyPr lIns="0" tIns="180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BDB392-CCE1-B2F2-5843-4AF9AE7D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D93444-D1FE-4C3C-7B81-D2693144C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5A9796-316D-7A43-F981-F6A071B72BB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BB3DFBF-24AF-7E52-B8DB-67D3FFE146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233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303338"/>
            <a:ext cx="3652838" cy="4766400"/>
          </a:xfrm>
          <a:prstGeom prst="roundRect">
            <a:avLst>
              <a:gd name="adj" fmla="val 4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5125" y="1303338"/>
            <a:ext cx="7554913" cy="4766400"/>
          </a:xfrm>
        </p:spPr>
        <p:txBody>
          <a:bodyPr lIns="0" tIns="234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EBE454E-075C-A112-CE43-2EF9F9B629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605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5125" y="1303338"/>
            <a:ext cx="3652838" cy="4766400"/>
          </a:xfrm>
          <a:prstGeom prst="roundRect">
            <a:avLst>
              <a:gd name="adj" fmla="val 4585"/>
            </a:avLst>
          </a:prstGeom>
          <a:solidFill>
            <a:schemeClr val="tx2"/>
          </a:solidFill>
          <a:ln>
            <a:noFill/>
          </a:ln>
        </p:spPr>
        <p:txBody>
          <a:bodyPr wrap="square"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70374" y="1303338"/>
            <a:ext cx="7554913" cy="4766400"/>
          </a:xfrm>
        </p:spPr>
        <p:txBody>
          <a:bodyPr lIns="252000" tIns="234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107491-B576-4FBA-DF55-410D54CA7B16}"/>
              </a:ext>
            </a:extLst>
          </p:cNvPr>
          <p:cNvSpPr/>
          <p:nvPr userDrawn="1"/>
        </p:nvSpPr>
        <p:spPr>
          <a:xfrm>
            <a:off x="4017963" y="1820564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174ADB3-40E9-D79D-5368-91D5B54F5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23832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A35D6C9-1CA0-9878-3F7C-4F790C689C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3000" y="1303338"/>
            <a:ext cx="5602288" cy="4766400"/>
          </a:xfrm>
          <a:prstGeom prst="roundRect">
            <a:avLst>
              <a:gd name="adj" fmla="val 425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37B329-27DE-51CE-F4B6-EB1199B217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125" y="1303338"/>
            <a:ext cx="5601600" cy="4766400"/>
          </a:xfrm>
          <a:prstGeom prst="roundRect">
            <a:avLst>
              <a:gd name="adj" fmla="val 39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7596A-DFCB-4141-B4D9-E8297363009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D8B1503-3382-4C3A-A672-A88D048E0DA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32525" y="1454538"/>
            <a:ext cx="5266800" cy="781200"/>
          </a:xfrm>
          <a:prstGeom prst="rect">
            <a:avLst/>
          </a:prstGeom>
        </p:spPr>
        <p:txBody>
          <a:bodyPr wrap="square"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CC1C57B-5831-4901-8605-655DBB075B2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391644" y="1454538"/>
            <a:ext cx="5265000" cy="781200"/>
          </a:xfrm>
          <a:prstGeom prst="rect">
            <a:avLst/>
          </a:prstGeom>
        </p:spPr>
        <p:txBody>
          <a:bodyPr wrap="square"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B8AF01B-B7EE-69F0-3113-1E07C2D5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0D87C1-85C7-40B7-3EF5-0997E04A30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DBE383-AB10-CC3B-D342-10443E02C93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F5C0565-DE1E-FC19-F1CA-9831993098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61803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1303338"/>
            <a:ext cx="3652838" cy="4766400"/>
          </a:xfrm>
          <a:prstGeom prst="roundRect">
            <a:avLst>
              <a:gd name="adj" fmla="val 47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80000" tIns="576000" bIns="72000" anchor="ctr">
            <a:noAutofit/>
          </a:bodyPr>
          <a:lstStyle>
            <a:lvl1pPr marL="0" indent="0" algn="ctr">
              <a:buNone/>
              <a:defRPr sz="2000" i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[Click here to insert image]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[The image can then be scaled within the frame by using the ‘Crop’ feature in the ‘Picture Format’ tab of the ribbon.</a:t>
            </a:r>
            <a:r>
              <a:rPr lang="en-US" dirty="0"/>
              <a:t> Right click on image to add/edit alt text</a:t>
            </a:r>
            <a:r>
              <a:rPr lang="en-GB" dirty="0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B623F-E1ED-BC6F-EAB9-2F7C7BB5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5B934E4-D94D-494D-8E16-6927D2105C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C03FD5-9F96-2D56-07D6-C43A8485D860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76085D-CF39-08FC-5F61-104FFB4306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9016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10E2EBD-4DBA-A411-89A3-C363C68F93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6079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10E2EBD-4DBA-A411-89A3-C363C68F9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219C323-6E00-D14B-433A-AFFED48030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66400"/>
          </a:xfrm>
          <a:custGeom>
            <a:avLst/>
            <a:gdLst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26638 w 7554913"/>
              <a:gd name="connsiteY8" fmla="*/ 1402309 h 4788000"/>
              <a:gd name="connsiteX9" fmla="*/ 807326 w 7554913"/>
              <a:gd name="connsiteY9" fmla="*/ 937371 h 4788000"/>
              <a:gd name="connsiteX10" fmla="*/ 850924 w 7554913"/>
              <a:gd name="connsiteY10" fmla="*/ 893772 h 4788000"/>
              <a:gd name="connsiteX11" fmla="*/ 850924 w 7554913"/>
              <a:gd name="connsiteY11" fmla="*/ 639447 h 4788000"/>
              <a:gd name="connsiteX12" fmla="*/ 1360669 w 7554913"/>
              <a:gd name="connsiteY12" fmla="*/ 12872 h 4788000"/>
              <a:gd name="connsiteX13" fmla="*/ 1482160 w 7554913"/>
              <a:gd name="connsiteY13" fmla="*/ 815 h 4788000"/>
              <a:gd name="connsiteX14" fmla="*/ 1697038 w 7554913"/>
              <a:gd name="connsiteY14" fmla="*/ 815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8000">
                <a:moveTo>
                  <a:pt x="1697038" y="0"/>
                </a:moveTo>
                <a:lnTo>
                  <a:pt x="7378379" y="0"/>
                </a:lnTo>
                <a:cubicBezTo>
                  <a:pt x="7475876" y="0"/>
                  <a:pt x="7554913" y="79037"/>
                  <a:pt x="7554913" y="176534"/>
                </a:cubicBezTo>
                <a:lnTo>
                  <a:pt x="7554913" y="4611466"/>
                </a:lnTo>
                <a:cubicBezTo>
                  <a:pt x="7554913" y="4708963"/>
                  <a:pt x="7475876" y="4788000"/>
                  <a:pt x="7378379" y="4788000"/>
                </a:cubicBezTo>
                <a:lnTo>
                  <a:pt x="176534" y="4788000"/>
                </a:lnTo>
                <a:cubicBezTo>
                  <a:pt x="79037" y="4788000"/>
                  <a:pt x="0" y="4708963"/>
                  <a:pt x="0" y="4611466"/>
                </a:cubicBezTo>
                <a:lnTo>
                  <a:pt x="0" y="1552711"/>
                </a:lnTo>
                <a:cubicBezTo>
                  <a:pt x="8759" y="1063964"/>
                  <a:pt x="590287" y="923198"/>
                  <a:pt x="807326" y="937371"/>
                </a:cubicBezTo>
                <a:cubicBezTo>
                  <a:pt x="836392" y="937371"/>
                  <a:pt x="850924" y="915573"/>
                  <a:pt x="850924" y="893772"/>
                </a:cubicBezTo>
                <a:lnTo>
                  <a:pt x="850924" y="639447"/>
                </a:lnTo>
                <a:cubicBezTo>
                  <a:pt x="850924" y="327898"/>
                  <a:pt x="1067897" y="71983"/>
                  <a:pt x="1360669" y="12872"/>
                </a:cubicBezTo>
                <a:lnTo>
                  <a:pt x="1482160" y="815"/>
                </a:lnTo>
                <a:lnTo>
                  <a:pt x="1697038" y="815"/>
                </a:lnTo>
                <a:lnTo>
                  <a:pt x="169703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B84926-EEA3-D13A-C1FB-3FEC18A7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1464933-1F00-DED1-00C8-C81A38AE38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DCCF40-1773-437E-7AB4-DDD201CB4D42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B1B5D55-0A31-AD5D-5B30-D5B3767F4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124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7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8DB8D52-5A42-AF02-A231-C38CC50C6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66400"/>
          </a:xfrm>
          <a:custGeom>
            <a:avLst/>
            <a:gdLst>
              <a:gd name="connsiteX0" fmla="*/ 176482 w 7554913"/>
              <a:gd name="connsiteY0" fmla="*/ 0 h 4787900"/>
              <a:gd name="connsiteX1" fmla="*/ 7378431 w 7554913"/>
              <a:gd name="connsiteY1" fmla="*/ 0 h 4787900"/>
              <a:gd name="connsiteX2" fmla="*/ 7554913 w 7554913"/>
              <a:gd name="connsiteY2" fmla="*/ 176482 h 4787900"/>
              <a:gd name="connsiteX3" fmla="*/ 7554913 w 7554913"/>
              <a:gd name="connsiteY3" fmla="*/ 4611418 h 4787900"/>
              <a:gd name="connsiteX4" fmla="*/ 7378431 w 7554913"/>
              <a:gd name="connsiteY4" fmla="*/ 4787900 h 4787900"/>
              <a:gd name="connsiteX5" fmla="*/ 176482 w 7554913"/>
              <a:gd name="connsiteY5" fmla="*/ 4787900 h 4787900"/>
              <a:gd name="connsiteX6" fmla="*/ 0 w 7554913"/>
              <a:gd name="connsiteY6" fmla="*/ 4611418 h 4787900"/>
              <a:gd name="connsiteX7" fmla="*/ 0 w 7554913"/>
              <a:gd name="connsiteY7" fmla="*/ 2799479 h 4787900"/>
              <a:gd name="connsiteX8" fmla="*/ 3012 w 7554913"/>
              <a:gd name="connsiteY8" fmla="*/ 2763995 h 4787900"/>
              <a:gd name="connsiteX9" fmla="*/ 415133 w 7554913"/>
              <a:gd name="connsiteY9" fmla="*/ 2402680 h 4787900"/>
              <a:gd name="connsiteX10" fmla="*/ 415133 w 7554913"/>
              <a:gd name="connsiteY10" fmla="*/ 2385217 h 4787900"/>
              <a:gd name="connsiteX11" fmla="*/ 3012 w 7554913"/>
              <a:gd name="connsiteY11" fmla="*/ 2023907 h 4787900"/>
              <a:gd name="connsiteX12" fmla="*/ 0 w 7554913"/>
              <a:gd name="connsiteY12" fmla="*/ 1988423 h 4787900"/>
              <a:gd name="connsiteX13" fmla="*/ 0 w 7554913"/>
              <a:gd name="connsiteY13" fmla="*/ 176482 h 4787900"/>
              <a:gd name="connsiteX14" fmla="*/ 176482 w 7554913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7900">
                <a:moveTo>
                  <a:pt x="176482" y="0"/>
                </a:moveTo>
                <a:lnTo>
                  <a:pt x="7378431" y="0"/>
                </a:lnTo>
                <a:cubicBezTo>
                  <a:pt x="7475899" y="0"/>
                  <a:pt x="7554913" y="79014"/>
                  <a:pt x="7554913" y="176482"/>
                </a:cubicBezTo>
                <a:lnTo>
                  <a:pt x="7554913" y="4611418"/>
                </a:lnTo>
                <a:cubicBezTo>
                  <a:pt x="7554913" y="4708886"/>
                  <a:pt x="7475899" y="4787900"/>
                  <a:pt x="7378431" y="4787900"/>
                </a:cubicBezTo>
                <a:lnTo>
                  <a:pt x="176482" y="4787900"/>
                </a:lnTo>
                <a:cubicBezTo>
                  <a:pt x="79014" y="4787900"/>
                  <a:pt x="0" y="4708886"/>
                  <a:pt x="0" y="4611418"/>
                </a:cubicBezTo>
                <a:lnTo>
                  <a:pt x="0" y="2799479"/>
                </a:lnTo>
                <a:lnTo>
                  <a:pt x="3012" y="2763995"/>
                </a:lnTo>
                <a:cubicBezTo>
                  <a:pt x="35433" y="2581833"/>
                  <a:pt x="179824" y="2466853"/>
                  <a:pt x="415133" y="2402680"/>
                </a:cubicBezTo>
                <a:cubicBezTo>
                  <a:pt x="425612" y="2399188"/>
                  <a:pt x="425612" y="2388709"/>
                  <a:pt x="415133" y="2385217"/>
                </a:cubicBezTo>
                <a:cubicBezTo>
                  <a:pt x="179824" y="2321043"/>
                  <a:pt x="35433" y="2206068"/>
                  <a:pt x="3012" y="2023907"/>
                </a:cubicBezTo>
                <a:lnTo>
                  <a:pt x="0" y="1988423"/>
                </a:lnTo>
                <a:lnTo>
                  <a:pt x="0" y="176482"/>
                </a:lnTo>
                <a:cubicBezTo>
                  <a:pt x="0" y="79014"/>
                  <a:pt x="79014" y="0"/>
                  <a:pt x="1764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744E32-9E6E-5A11-A7A0-D8AFCFED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9AF8F91-23D2-DD88-482D-7FAFF27C51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B64EB2-7F66-5CCC-3945-F5156896877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FEE267-A283-8B02-B3DA-CF84DC7C25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60204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FB8F13-AB38-63DB-D1F1-86B6EF73DD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242888"/>
            <a:ext cx="3652838" cy="5848312"/>
          </a:xfrm>
          <a:custGeom>
            <a:avLst/>
            <a:gdLst>
              <a:gd name="connsiteX0" fmla="*/ 190569 w 3652838"/>
              <a:gd name="connsiteY0" fmla="*/ 0 h 5848312"/>
              <a:gd name="connsiteX1" fmla="*/ 3462269 w 3652838"/>
              <a:gd name="connsiteY1" fmla="*/ 0 h 5848312"/>
              <a:gd name="connsiteX2" fmla="*/ 3652838 w 3652838"/>
              <a:gd name="connsiteY2" fmla="*/ 190569 h 5848312"/>
              <a:gd name="connsiteX3" fmla="*/ 3652838 w 3652838"/>
              <a:gd name="connsiteY3" fmla="*/ 5657743 h 5848312"/>
              <a:gd name="connsiteX4" fmla="*/ 3462269 w 3652838"/>
              <a:gd name="connsiteY4" fmla="*/ 5848312 h 5848312"/>
              <a:gd name="connsiteX5" fmla="*/ 190569 w 3652838"/>
              <a:gd name="connsiteY5" fmla="*/ 5848312 h 5848312"/>
              <a:gd name="connsiteX6" fmla="*/ 0 w 3652838"/>
              <a:gd name="connsiteY6" fmla="*/ 5657743 h 5848312"/>
              <a:gd name="connsiteX7" fmla="*/ 0 w 3652838"/>
              <a:gd name="connsiteY7" fmla="*/ 3402065 h 5848312"/>
              <a:gd name="connsiteX8" fmla="*/ 7373 w 3652838"/>
              <a:gd name="connsiteY8" fmla="*/ 3315183 h 5848312"/>
              <a:gd name="connsiteX9" fmla="*/ 442863 w 3652838"/>
              <a:gd name="connsiteY9" fmla="*/ 2933380 h 5848312"/>
              <a:gd name="connsiteX10" fmla="*/ 442863 w 3652838"/>
              <a:gd name="connsiteY10" fmla="*/ 2914928 h 5848312"/>
              <a:gd name="connsiteX11" fmla="*/ 7373 w 3652838"/>
              <a:gd name="connsiteY11" fmla="*/ 2533130 h 5848312"/>
              <a:gd name="connsiteX12" fmla="*/ 0 w 3652838"/>
              <a:gd name="connsiteY12" fmla="*/ 2446249 h 5848312"/>
              <a:gd name="connsiteX13" fmla="*/ 0 w 3652838"/>
              <a:gd name="connsiteY13" fmla="*/ 190569 h 5848312"/>
              <a:gd name="connsiteX14" fmla="*/ 190569 w 3652838"/>
              <a:gd name="connsiteY14" fmla="*/ 0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2838" h="5848312">
                <a:moveTo>
                  <a:pt x="190569" y="0"/>
                </a:moveTo>
                <a:lnTo>
                  <a:pt x="3462269" y="0"/>
                </a:lnTo>
                <a:cubicBezTo>
                  <a:pt x="3567517" y="0"/>
                  <a:pt x="3652838" y="85321"/>
                  <a:pt x="3652838" y="190569"/>
                </a:cubicBezTo>
                <a:lnTo>
                  <a:pt x="3652838" y="5657743"/>
                </a:lnTo>
                <a:cubicBezTo>
                  <a:pt x="3652838" y="5762991"/>
                  <a:pt x="3567517" y="5848312"/>
                  <a:pt x="3462269" y="5848312"/>
                </a:cubicBezTo>
                <a:lnTo>
                  <a:pt x="190569" y="5848312"/>
                </a:lnTo>
                <a:cubicBezTo>
                  <a:pt x="85321" y="5848312"/>
                  <a:pt x="0" y="5762991"/>
                  <a:pt x="0" y="5657743"/>
                </a:cubicBezTo>
                <a:lnTo>
                  <a:pt x="0" y="3402065"/>
                </a:lnTo>
                <a:lnTo>
                  <a:pt x="7373" y="3315183"/>
                </a:lnTo>
                <a:cubicBezTo>
                  <a:pt x="41632" y="3122692"/>
                  <a:pt x="194211" y="3001193"/>
                  <a:pt x="442863" y="2933380"/>
                </a:cubicBezTo>
                <a:cubicBezTo>
                  <a:pt x="453936" y="2929691"/>
                  <a:pt x="453936" y="2918617"/>
                  <a:pt x="442863" y="2914928"/>
                </a:cubicBezTo>
                <a:cubicBezTo>
                  <a:pt x="194211" y="2847115"/>
                  <a:pt x="41632" y="2725620"/>
                  <a:pt x="7373" y="2533130"/>
                </a:cubicBezTo>
                <a:lnTo>
                  <a:pt x="0" y="2446249"/>
                </a:lnTo>
                <a:lnTo>
                  <a:pt x="0" y="190569"/>
                </a:lnTo>
                <a:cubicBezTo>
                  <a:pt x="0" y="85321"/>
                  <a:pt x="85321" y="0"/>
                  <a:pt x="1905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8000" tIns="576000" rIns="108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02126E-B6A8-2921-6EF1-1AB371E2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7554912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475D3A0-2D66-AC67-134B-77A55D269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7554913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1FF2E9-41D3-FCB0-8100-2CB5AD7B063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05420F-511B-9249-451B-92544C8E90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11050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C1E2B43-F98E-82F3-DBAA-FC13402D7C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242888"/>
            <a:ext cx="7554914" cy="5848312"/>
          </a:xfrm>
          <a:custGeom>
            <a:avLst/>
            <a:gdLst>
              <a:gd name="connsiteX0" fmla="*/ 2145019 w 7554914"/>
              <a:gd name="connsiteY0" fmla="*/ 0 h 5848312"/>
              <a:gd name="connsiteX1" fmla="*/ 7370751 w 7554914"/>
              <a:gd name="connsiteY1" fmla="*/ 0 h 5848312"/>
              <a:gd name="connsiteX2" fmla="*/ 7554914 w 7554914"/>
              <a:gd name="connsiteY2" fmla="*/ 184163 h 5848312"/>
              <a:gd name="connsiteX3" fmla="*/ 7554914 w 7554914"/>
              <a:gd name="connsiteY3" fmla="*/ 5664149 h 5848312"/>
              <a:gd name="connsiteX4" fmla="*/ 7370751 w 7554914"/>
              <a:gd name="connsiteY4" fmla="*/ 5848312 h 5848312"/>
              <a:gd name="connsiteX5" fmla="*/ 184163 w 7554914"/>
              <a:gd name="connsiteY5" fmla="*/ 5848312 h 5848312"/>
              <a:gd name="connsiteX6" fmla="*/ 0 w 7554914"/>
              <a:gd name="connsiteY6" fmla="*/ 5664149 h 5848312"/>
              <a:gd name="connsiteX7" fmla="*/ 0 w 7554914"/>
              <a:gd name="connsiteY7" fmla="*/ 2161063 h 5848312"/>
              <a:gd name="connsiteX8" fmla="*/ 38324 w 7554914"/>
              <a:gd name="connsiteY8" fmla="*/ 2036037 h 5848312"/>
              <a:gd name="connsiteX9" fmla="*/ 1172960 w 7554914"/>
              <a:gd name="connsiteY9" fmla="*/ 1360305 h 5848312"/>
              <a:gd name="connsiteX10" fmla="*/ 1236325 w 7554914"/>
              <a:gd name="connsiteY10" fmla="*/ 1296939 h 5848312"/>
              <a:gd name="connsiteX11" fmla="*/ 1236325 w 7554914"/>
              <a:gd name="connsiteY11" fmla="*/ 927309 h 5848312"/>
              <a:gd name="connsiteX12" fmla="*/ 1977178 w 7554914"/>
              <a:gd name="connsiteY12" fmla="*/ 16657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54914" h="5848312">
                <a:moveTo>
                  <a:pt x="2145019" y="0"/>
                </a:moveTo>
                <a:lnTo>
                  <a:pt x="7370751" y="0"/>
                </a:lnTo>
                <a:cubicBezTo>
                  <a:pt x="7472461" y="0"/>
                  <a:pt x="7554914" y="82453"/>
                  <a:pt x="7554914" y="184163"/>
                </a:cubicBezTo>
                <a:lnTo>
                  <a:pt x="7554914" y="5664149"/>
                </a:lnTo>
                <a:cubicBezTo>
                  <a:pt x="7554914" y="5765859"/>
                  <a:pt x="7472461" y="5848312"/>
                  <a:pt x="7370751" y="5848312"/>
                </a:cubicBezTo>
                <a:lnTo>
                  <a:pt x="184163" y="5848312"/>
                </a:lnTo>
                <a:cubicBezTo>
                  <a:pt x="82453" y="5848312"/>
                  <a:pt x="0" y="5765859"/>
                  <a:pt x="0" y="5664149"/>
                </a:cubicBezTo>
                <a:lnTo>
                  <a:pt x="0" y="2161063"/>
                </a:lnTo>
                <a:lnTo>
                  <a:pt x="38324" y="2036037"/>
                </a:lnTo>
                <a:cubicBezTo>
                  <a:pt x="232381" y="1588024"/>
                  <a:pt x="681881" y="1376146"/>
                  <a:pt x="1172960" y="1360305"/>
                </a:cubicBezTo>
                <a:cubicBezTo>
                  <a:pt x="1215204" y="1360305"/>
                  <a:pt x="1236325" y="1328624"/>
                  <a:pt x="1236325" y="1296939"/>
                </a:cubicBezTo>
                <a:lnTo>
                  <a:pt x="1236325" y="927309"/>
                </a:lnTo>
                <a:cubicBezTo>
                  <a:pt x="1236325" y="474509"/>
                  <a:pt x="1551669" y="102568"/>
                  <a:pt x="1977178" y="166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576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4101"/>
            <a:ext cx="3652839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08CFF33-B49E-9711-53F9-19D0CC0A1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242888"/>
            <a:ext cx="390525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A3CE1FB-D5F5-92E1-9D34-DB8E8889C9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39052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91AF96-43AB-49E0-5AA2-71826DA9639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62E8907-F169-D71D-80AC-50016E498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26319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2100262"/>
            <a:ext cx="3652838" cy="3969475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C42DF1-9B7E-9A5C-E40E-35292FD97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5126" y="1303338"/>
            <a:ext cx="3480970" cy="796925"/>
          </a:xfrm>
        </p:spPr>
        <p:txBody>
          <a:bodyPr lIns="0" tIns="72000" rIns="0" bIns="7200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edit subheading text</a:t>
            </a:r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42A83F9-173D-2F5C-840B-653949B4C5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8179" y="1303337"/>
            <a:ext cx="7977108" cy="4766400"/>
          </a:xfrm>
          <a:custGeom>
            <a:avLst/>
            <a:gdLst>
              <a:gd name="connsiteX0" fmla="*/ 594703 w 7977108"/>
              <a:gd name="connsiteY0" fmla="*/ 0 h 4787900"/>
              <a:gd name="connsiteX1" fmla="*/ 7804600 w 7977108"/>
              <a:gd name="connsiteY1" fmla="*/ 0 h 4787900"/>
              <a:gd name="connsiteX2" fmla="*/ 7977108 w 7977108"/>
              <a:gd name="connsiteY2" fmla="*/ 172508 h 4787900"/>
              <a:gd name="connsiteX3" fmla="*/ 7977108 w 7977108"/>
              <a:gd name="connsiteY3" fmla="*/ 4615392 h 4787900"/>
              <a:gd name="connsiteX4" fmla="*/ 7804600 w 7977108"/>
              <a:gd name="connsiteY4" fmla="*/ 4787900 h 4787900"/>
              <a:gd name="connsiteX5" fmla="*/ 594703 w 7977108"/>
              <a:gd name="connsiteY5" fmla="*/ 4787900 h 4787900"/>
              <a:gd name="connsiteX6" fmla="*/ 422195 w 7977108"/>
              <a:gd name="connsiteY6" fmla="*/ 4615392 h 4787900"/>
              <a:gd name="connsiteX7" fmla="*/ 422195 w 7977108"/>
              <a:gd name="connsiteY7" fmla="*/ 1002316 h 4787900"/>
              <a:gd name="connsiteX8" fmla="*/ 419981 w 7977108"/>
              <a:gd name="connsiteY8" fmla="*/ 976226 h 4787900"/>
              <a:gd name="connsiteX9" fmla="*/ 7859 w 7977108"/>
              <a:gd name="connsiteY9" fmla="*/ 614915 h 4787900"/>
              <a:gd name="connsiteX10" fmla="*/ 7859 w 7977108"/>
              <a:gd name="connsiteY10" fmla="*/ 597453 h 4787900"/>
              <a:gd name="connsiteX11" fmla="*/ 419981 w 7977108"/>
              <a:gd name="connsiteY11" fmla="*/ 236137 h 4787900"/>
              <a:gd name="connsiteX12" fmla="*/ 422195 w 7977108"/>
              <a:gd name="connsiteY12" fmla="*/ 210041 h 4787900"/>
              <a:gd name="connsiteX13" fmla="*/ 422195 w 7977108"/>
              <a:gd name="connsiteY13" fmla="*/ 172508 h 4787900"/>
              <a:gd name="connsiteX14" fmla="*/ 594703 w 7977108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77108" h="4787900">
                <a:moveTo>
                  <a:pt x="594703" y="0"/>
                </a:moveTo>
                <a:lnTo>
                  <a:pt x="7804600" y="0"/>
                </a:lnTo>
                <a:cubicBezTo>
                  <a:pt x="7899874" y="0"/>
                  <a:pt x="7977108" y="77234"/>
                  <a:pt x="7977108" y="172508"/>
                </a:cubicBezTo>
                <a:lnTo>
                  <a:pt x="7977108" y="4615392"/>
                </a:lnTo>
                <a:cubicBezTo>
                  <a:pt x="7977108" y="4710666"/>
                  <a:pt x="7899874" y="4787900"/>
                  <a:pt x="7804600" y="4787900"/>
                </a:cubicBezTo>
                <a:lnTo>
                  <a:pt x="594703" y="4787900"/>
                </a:lnTo>
                <a:cubicBezTo>
                  <a:pt x="499429" y="4787900"/>
                  <a:pt x="422195" y="4710666"/>
                  <a:pt x="422195" y="4615392"/>
                </a:cubicBezTo>
                <a:lnTo>
                  <a:pt x="422195" y="1002316"/>
                </a:lnTo>
                <a:lnTo>
                  <a:pt x="419981" y="976226"/>
                </a:lnTo>
                <a:cubicBezTo>
                  <a:pt x="387560" y="794064"/>
                  <a:pt x="243169" y="679089"/>
                  <a:pt x="7859" y="614915"/>
                </a:cubicBezTo>
                <a:cubicBezTo>
                  <a:pt x="-2620" y="611423"/>
                  <a:pt x="-2620" y="600944"/>
                  <a:pt x="7859" y="597453"/>
                </a:cubicBezTo>
                <a:cubicBezTo>
                  <a:pt x="243169" y="533278"/>
                  <a:pt x="387560" y="418299"/>
                  <a:pt x="419981" y="236137"/>
                </a:cubicBezTo>
                <a:lnTo>
                  <a:pt x="422195" y="210041"/>
                </a:lnTo>
                <a:lnTo>
                  <a:pt x="422195" y="172508"/>
                </a:lnTo>
                <a:cubicBezTo>
                  <a:pt x="422195" y="77234"/>
                  <a:pt x="499429" y="0"/>
                  <a:pt x="5947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900000" tIns="216000" rIns="540000" bIns="72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92BEDA-CC1A-B239-4AEA-C3F37E21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750812B-2C47-57D4-77B8-4674E64952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DE5D052-D1E8-918C-87BF-6E3142B87FE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353966C-895B-F3B6-C962-074451B445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12455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3338"/>
            <a:ext cx="560228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1303338"/>
            <a:ext cx="5602288" cy="2253600"/>
          </a:xfrm>
          <a:prstGeom prst="roundRect">
            <a:avLst>
              <a:gd name="adj" fmla="val 85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223001" y="3812526"/>
            <a:ext cx="5678576" cy="2253600"/>
          </a:xfrm>
          <a:prstGeom prst="roundRect">
            <a:avLst>
              <a:gd name="adj" fmla="val 8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A279A2-5C44-FF2E-B384-6E6E2D4B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A0BC10E-676C-5CAF-16CC-96A54F223F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5935EB-46DA-41B4-C62C-331192886E84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BBE301A-BBDA-D5D6-59B1-EF895FA3FD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12721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3649663" cy="4766400"/>
          </a:xfrm>
          <a:prstGeom prst="roundRect">
            <a:avLst>
              <a:gd name="adj" fmla="val 48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172450" y="1303337"/>
            <a:ext cx="3650400" cy="4766400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F5920EC-DA01-4E88-EF64-4CA7B4F1B0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6607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9168539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036485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F5920EC-DA01-4E88-EF64-4CA7B4F1B0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12DF560-A3CB-1F04-0529-8E6CDA7195F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34384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52ABF3A6-033D-0661-3744-F396344E76A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299280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372264A-F591-0A90-3AD4-5379FA605C4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65125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47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E2FA657-3A41-6C8A-7C73-5FF4D5761F76}"/>
              </a:ext>
            </a:extLst>
          </p:cNvPr>
          <p:cNvSpPr>
            <a:spLocks noGrp="1"/>
          </p:cNvSpPr>
          <p:nvPr>
            <p:ph type="tbl" sz="quarter" idx="34" hasCustomPrompt="1"/>
          </p:nvPr>
        </p:nvSpPr>
        <p:spPr>
          <a:xfrm>
            <a:off x="365119" y="1303337"/>
            <a:ext cx="11459625" cy="4766400"/>
          </a:xfrm>
        </p:spPr>
        <p:txBody>
          <a:bodyPr lIns="0" rIns="0">
            <a:noAutofit/>
          </a:bodyPr>
          <a:lstStyle>
            <a:lvl1pPr>
              <a:defRPr/>
            </a:lvl1pPr>
          </a:lstStyle>
          <a:p>
            <a:r>
              <a:rPr lang="en-GB"/>
              <a:t>Click TABLE icon to insert table.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A4EB32-D948-C409-F1E5-9F712310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E30107F-6B57-65E7-BD35-CCB493B8D6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611BFB-31C6-6656-90B9-BB1C81967B2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8DA8201-9976-4B41-7F81-BCD4E09D84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05982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8994D5C1-7836-1E91-87FA-56E472221EB3}"/>
              </a:ext>
            </a:extLst>
          </p:cNvPr>
          <p:cNvSpPr>
            <a:spLocks noGrp="1"/>
          </p:cNvSpPr>
          <p:nvPr>
            <p:ph type="chart" sz="quarter" idx="34" hasCustomPrompt="1"/>
          </p:nvPr>
        </p:nvSpPr>
        <p:spPr>
          <a:xfrm>
            <a:off x="365125" y="1303336"/>
            <a:ext cx="11460163" cy="4766400"/>
          </a:xfrm>
        </p:spPr>
        <p:txBody>
          <a:bodyPr lIns="0" rIns="0">
            <a:noAutofit/>
          </a:bodyPr>
          <a:lstStyle>
            <a:lvl1pPr>
              <a:defRPr/>
            </a:lvl1pPr>
          </a:lstStyle>
          <a:p>
            <a:r>
              <a:rPr lang="en-GB"/>
              <a:t>Click CHART icons to insert chart.</a:t>
            </a:r>
            <a:br>
              <a:rPr lang="en-GB"/>
            </a:br>
            <a:r>
              <a:rPr lang="en-US"/>
              <a:t>Please ensure your chart title, legend, x and y axis titles are minimum 12 pt, Arial black for accessibility.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CCEE79-8221-4C6C-2397-0791C954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091ECF0-259D-F144-9708-B8296C87B0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3FC0E92-53E2-6353-15B7-7028E9E80A82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829B2-A918-24F6-E562-35F178ADD8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98748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011C033-6E2A-C297-AF5C-78D98E12C4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1404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70C223B-EC3F-01A9-ECD3-7E6A591C40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F5241F-6CBA-AE82-8AEE-138E90E20FA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28" t="12162" r="1499" b="12843"/>
          <a:stretch/>
        </p:blipFill>
        <p:spPr>
          <a:xfrm>
            <a:off x="219299" y="6191252"/>
            <a:ext cx="1215582" cy="563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0C54E86-8E74-E1E1-9919-BF95D8B2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936C739-784E-0B16-D78E-DAACEC459B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8BE41CA-ABEC-55CB-D62E-31831DAD300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D2B2F08-59F4-C534-9E38-C5C2F0601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bg1"/>
                </a:solidFill>
              </a:defRPr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51722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04D0DB-B534-DFAD-4B22-AE907C809D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44822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6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1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8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8276E86-C9B6-1B20-0470-A93E9FE768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634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8276E86-C9B6-1B20-0470-A93E9FE76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905DD1F-ADCE-21F5-3B42-348B73562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8651875" cy="1260000"/>
          </a:xfrm>
        </p:spPr>
        <p:txBody>
          <a:bodyPr vert="horz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A65F606-CDCB-0367-61AA-199FECCB3A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8651876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066BEF-B097-8826-7B68-974384A3DA4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772" t="25173" r="16016" b="28870"/>
          <a:stretch/>
        </p:blipFill>
        <p:spPr>
          <a:xfrm>
            <a:off x="322824" y="5861243"/>
            <a:ext cx="1586940" cy="58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5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B20AFD6-6925-491B-B024-5E0A32A58D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590" t="25173" r="17185" b="31039"/>
          <a:stretch/>
        </p:blipFill>
        <p:spPr>
          <a:xfrm>
            <a:off x="152399" y="2073890"/>
            <a:ext cx="11992273" cy="45396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90B266-F3BD-2613-5CB9-7E4A4FDFC416}"/>
              </a:ext>
            </a:extLst>
          </p:cNvPr>
          <p:cNvSpPr/>
          <p:nvPr userDrawn="1"/>
        </p:nvSpPr>
        <p:spPr bwMode="auto">
          <a:xfrm>
            <a:off x="11039475" y="164305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F8659A8-C764-F3A5-40B7-A3CB7A35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4470" y="243283"/>
            <a:ext cx="159543" cy="1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36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79B60-1587-941E-A723-1C3CC5C0E0E2}"/>
              </a:ext>
            </a:extLst>
          </p:cNvPr>
          <p:cNvSpPr/>
          <p:nvPr userDrawn="1"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520700" y="5010784"/>
            <a:ext cx="11150600" cy="54800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0700" y="5558794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 / presenter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1E81C-A3CE-333A-79BA-25D8F93FB564}"/>
              </a:ext>
            </a:extLst>
          </p:cNvPr>
          <p:cNvSpPr/>
          <p:nvPr userDrawn="1"/>
        </p:nvSpPr>
        <p:spPr bwMode="auto">
          <a:xfrm>
            <a:off x="11039475" y="164305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1FA932-514A-C951-F952-F8A43667EA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4470" y="243283"/>
            <a:ext cx="159543" cy="15954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4D693C-2F89-1D26-FDEF-3BF8AB9EE5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CD1A09A-E74F-DDD9-A7A4-4FD32035ACF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4399" y="2100263"/>
            <a:ext cx="5303202" cy="159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4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57A6D-CCB0-DF2D-0D9A-6184CE3969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D6505-B9A2-3A36-B9B6-3E3CF07A64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t>23 July 2026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3924AB-56D4-343D-306B-195A924E9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457200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91080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 userDrawn="1"/>
        </p:nvSpPr>
        <p:spPr>
          <a:xfrm>
            <a:off x="0" y="399600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36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FB0EC8B-993B-9701-B3D4-2FBFA2652AA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B7B165-5683-4F5F-9FF2-907EF7B970C8}" type="datetime4">
              <a:rPr lang="en-GB" smtClean="0"/>
              <a:t>23 July 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4B64CB0-473B-DCCB-4EF6-AD2596727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70C223B-EC3F-01A9-ECD3-7E6A591C40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466546-C07E-BFBF-4B2F-E4D299013F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4800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F5241F-6CBA-AE82-8AEE-138E90E20FA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28" t="12162" r="1499" b="12843"/>
          <a:stretch/>
        </p:blipFill>
        <p:spPr>
          <a:xfrm>
            <a:off x="219299" y="6191252"/>
            <a:ext cx="1215582" cy="563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0C54E86-8E74-E1E1-9919-BF95D8B2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457200"/>
            <a:ext cx="11460163" cy="430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936C739-784E-0B16-D78E-DAACEC459B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91080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8BE41CA-ABEC-55CB-D62E-31831DAD300E}"/>
              </a:ext>
            </a:extLst>
          </p:cNvPr>
          <p:cNvSpPr/>
          <p:nvPr userDrawn="1"/>
        </p:nvSpPr>
        <p:spPr>
          <a:xfrm>
            <a:off x="0" y="399600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8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3EA56-5111-4037-9D95-99472C98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44B5-6D56-4B59-9C1D-2022F9BFF5DA}" type="datetime4">
              <a:rPr lang="en-GB" smtClean="0"/>
              <a:t>23 July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E7BCF-23E0-421B-8A21-1CDDB167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A2858F-078E-2E59-C8A6-5102082DA3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75875109-3B7D-4C03-19B1-DE2F2FC7D2C9}"/>
              </a:ext>
            </a:extLst>
          </p:cNvPr>
          <p:cNvSpPr/>
          <p:nvPr userDrawn="1"/>
        </p:nvSpPr>
        <p:spPr>
          <a:xfrm>
            <a:off x="0" y="2977541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GSK Precision" pitchFamily="2" charset="77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50BF0BA-EC37-BCB4-F95C-B4CD46CE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41" y="3240852"/>
            <a:ext cx="11014120" cy="430887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85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3EA56-5111-4037-9D95-99472C98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44B5-6D56-4B59-9C1D-2022F9BFF5DA}" type="datetime4">
              <a:rPr lang="en-GB" smtClean="0"/>
              <a:t>23 July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E7BCF-23E0-421B-8A21-1CDDB167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A2858F-078E-2E59-C8A6-5102082DA3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75875109-3B7D-4C03-19B1-DE2F2FC7D2C9}"/>
              </a:ext>
            </a:extLst>
          </p:cNvPr>
          <p:cNvSpPr/>
          <p:nvPr userDrawn="1"/>
        </p:nvSpPr>
        <p:spPr>
          <a:xfrm>
            <a:off x="0" y="2977541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latin typeface="GSK Precision" pitchFamily="2" charset="77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50BF0BA-EC37-BCB4-F95C-B4CD46CE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41" y="3240852"/>
            <a:ext cx="11014120" cy="430887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6" name="Graphic 10">
            <a:hlinkClick r:id="" action="ppaction://noaction"/>
            <a:extLst>
              <a:ext uri="{FF2B5EF4-FFF2-40B4-BE49-F238E27FC236}">
                <a16:creationId xmlns:a16="http://schemas.microsoft.com/office/drawing/2014/main" id="{451EA98A-5C45-CAF7-8201-EE46F1D61CF7}"/>
              </a:ext>
            </a:extLst>
          </p:cNvPr>
          <p:cNvSpPr>
            <a:spLocks noChangeAspect="1"/>
          </p:cNvSpPr>
          <p:nvPr userDrawn="1"/>
        </p:nvSpPr>
        <p:spPr>
          <a:xfrm>
            <a:off x="396664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Innovation: Pipeline growth</a:t>
            </a:r>
          </a:p>
        </p:txBody>
      </p:sp>
      <p:sp>
        <p:nvSpPr>
          <p:cNvPr id="8" name="Graphic 10">
            <a:hlinkClick r:id="" action="ppaction://noaction"/>
            <a:extLst>
              <a:ext uri="{FF2B5EF4-FFF2-40B4-BE49-F238E27FC236}">
                <a16:creationId xmlns:a16="http://schemas.microsoft.com/office/drawing/2014/main" id="{568897DE-0120-6027-5661-1800023D16D9}"/>
              </a:ext>
            </a:extLst>
          </p:cNvPr>
          <p:cNvSpPr>
            <a:spLocks noChangeAspect="1"/>
          </p:cNvSpPr>
          <p:nvPr userDrawn="1"/>
        </p:nvSpPr>
        <p:spPr>
          <a:xfrm>
            <a:off x="3671879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HIV</a:t>
            </a:r>
          </a:p>
        </p:txBody>
      </p:sp>
      <p:sp>
        <p:nvSpPr>
          <p:cNvPr id="9" name="Graphic 10">
            <a:hlinkClick r:id="" action="ppaction://noaction"/>
            <a:extLst>
              <a:ext uri="{FF2B5EF4-FFF2-40B4-BE49-F238E27FC236}">
                <a16:creationId xmlns:a16="http://schemas.microsoft.com/office/drawing/2014/main" id="{75ACEB7C-8518-646E-2880-EF20918AE6A4}"/>
              </a:ext>
            </a:extLst>
          </p:cNvPr>
          <p:cNvSpPr>
            <a:spLocks noChangeAspect="1"/>
          </p:cNvSpPr>
          <p:nvPr userDrawn="1"/>
        </p:nvSpPr>
        <p:spPr>
          <a:xfrm>
            <a:off x="5313643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Respiratory/Immunology</a:t>
            </a:r>
          </a:p>
        </p:txBody>
      </p:sp>
      <p:sp>
        <p:nvSpPr>
          <p:cNvPr id="11" name="Graphic 10">
            <a:hlinkClick r:id="" action="ppaction://noaction"/>
            <a:extLst>
              <a:ext uri="{FF2B5EF4-FFF2-40B4-BE49-F238E27FC236}">
                <a16:creationId xmlns:a16="http://schemas.microsoft.com/office/drawing/2014/main" id="{38608A9B-8B4C-0E33-B9D5-ECCB06856865}"/>
              </a:ext>
            </a:extLst>
          </p:cNvPr>
          <p:cNvSpPr>
            <a:spLocks noChangeAspect="1"/>
          </p:cNvSpPr>
          <p:nvPr userDrawn="1"/>
        </p:nvSpPr>
        <p:spPr>
          <a:xfrm>
            <a:off x="6963720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Oncology</a:t>
            </a:r>
          </a:p>
        </p:txBody>
      </p:sp>
      <p:sp>
        <p:nvSpPr>
          <p:cNvPr id="12" name="Graphic 10">
            <a:hlinkClick r:id="" action="ppaction://noaction"/>
            <a:extLst>
              <a:ext uri="{FF2B5EF4-FFF2-40B4-BE49-F238E27FC236}">
                <a16:creationId xmlns:a16="http://schemas.microsoft.com/office/drawing/2014/main" id="{DF3AE02C-A49D-A8CE-B5FB-07B9AF618C41}"/>
              </a:ext>
            </a:extLst>
          </p:cNvPr>
          <p:cNvSpPr>
            <a:spLocks noChangeAspect="1"/>
          </p:cNvSpPr>
          <p:nvPr userDrawn="1"/>
        </p:nvSpPr>
        <p:spPr>
          <a:xfrm>
            <a:off x="8597171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Opportunity driven</a:t>
            </a:r>
          </a:p>
        </p:txBody>
      </p:sp>
      <p:sp>
        <p:nvSpPr>
          <p:cNvPr id="13" name="Graphic 10">
            <a:hlinkClick r:id="" action="ppaction://noaction"/>
            <a:extLst>
              <a:ext uri="{FF2B5EF4-FFF2-40B4-BE49-F238E27FC236}">
                <a16:creationId xmlns:a16="http://schemas.microsoft.com/office/drawing/2014/main" id="{2EE3BC44-F83C-448A-BA57-7781F318290C}"/>
              </a:ext>
            </a:extLst>
          </p:cNvPr>
          <p:cNvSpPr>
            <a:spLocks noChangeAspect="1"/>
          </p:cNvSpPr>
          <p:nvPr userDrawn="1"/>
        </p:nvSpPr>
        <p:spPr>
          <a:xfrm>
            <a:off x="10238934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Glossary</a:t>
            </a:r>
          </a:p>
        </p:txBody>
      </p:sp>
      <p:sp>
        <p:nvSpPr>
          <p:cNvPr id="14" name="Graphic 10">
            <a:hlinkClick r:id="" action="ppaction://noaction"/>
            <a:extLst>
              <a:ext uri="{FF2B5EF4-FFF2-40B4-BE49-F238E27FC236}">
                <a16:creationId xmlns:a16="http://schemas.microsoft.com/office/drawing/2014/main" id="{AA206D7C-14C2-B06B-8F19-F06E6741E3B0}"/>
              </a:ext>
            </a:extLst>
          </p:cNvPr>
          <p:cNvSpPr>
            <a:spLocks noChangeAspect="1"/>
          </p:cNvSpPr>
          <p:nvPr userDrawn="1"/>
        </p:nvSpPr>
        <p:spPr>
          <a:xfrm>
            <a:off x="2039117" y="36000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solidFill>
            <a:srgbClr val="DEDEE0"/>
          </a:solidFill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>
                <a:solidFill>
                  <a:schemeClr val="tx1"/>
                </a:solidFill>
                <a:latin typeface="GSK Precision" pitchFamily="2" charset="0"/>
              </a:rPr>
              <a:t>Infectious diseases</a:t>
            </a:r>
          </a:p>
        </p:txBody>
      </p:sp>
    </p:spTree>
    <p:extLst>
      <p:ext uri="{BB962C8B-B14F-4D97-AF65-F5344CB8AC3E}">
        <p14:creationId xmlns:p14="http://schemas.microsoft.com/office/powerpoint/2010/main" val="339447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892896-0027-443A-D01E-0CE282B3A5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9136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892896-0027-443A-D01E-0CE282B3A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DD59A9-81EE-0DF4-BF97-645E59790906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3382710"/>
          </a:xfrm>
          <a:custGeom>
            <a:avLst/>
            <a:gdLst>
              <a:gd name="connsiteX0" fmla="*/ 0 w 12192000"/>
              <a:gd name="connsiteY0" fmla="*/ 0 h 3382710"/>
              <a:gd name="connsiteX1" fmla="*/ 12192000 w 12192000"/>
              <a:gd name="connsiteY1" fmla="*/ 0 h 3382710"/>
              <a:gd name="connsiteX2" fmla="*/ 12192000 w 12192000"/>
              <a:gd name="connsiteY2" fmla="*/ 2525484 h 3382710"/>
              <a:gd name="connsiteX3" fmla="*/ 10930890 w 12192000"/>
              <a:gd name="connsiteY3" fmla="*/ 2525484 h 3382710"/>
              <a:gd name="connsiteX4" fmla="*/ 8755659 w 12192000"/>
              <a:gd name="connsiteY4" fmla="*/ 2525484 h 3382710"/>
              <a:gd name="connsiteX5" fmla="*/ 7004114 w 12192000"/>
              <a:gd name="connsiteY5" fmla="*/ 2525484 h 3382710"/>
              <a:gd name="connsiteX6" fmla="*/ 6113526 w 12192000"/>
              <a:gd name="connsiteY6" fmla="*/ 3366922 h 3382710"/>
              <a:gd name="connsiteX7" fmla="*/ 6078476 w 12192000"/>
              <a:gd name="connsiteY7" fmla="*/ 3366922 h 3382710"/>
              <a:gd name="connsiteX8" fmla="*/ 5187887 w 12192000"/>
              <a:gd name="connsiteY8" fmla="*/ 2525484 h 3382710"/>
              <a:gd name="connsiteX9" fmla="*/ 3436341 w 12192000"/>
              <a:gd name="connsiteY9" fmla="*/ 2525484 h 3382710"/>
              <a:gd name="connsiteX10" fmla="*/ 1261112 w 12192000"/>
              <a:gd name="connsiteY10" fmla="*/ 2525484 h 3382710"/>
              <a:gd name="connsiteX11" fmla="*/ 0 w 12192000"/>
              <a:gd name="connsiteY11" fmla="*/ 2525484 h 338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382710">
                <a:moveTo>
                  <a:pt x="0" y="0"/>
                </a:moveTo>
                <a:lnTo>
                  <a:pt x="12192000" y="0"/>
                </a:lnTo>
                <a:lnTo>
                  <a:pt x="12192000" y="2525484"/>
                </a:lnTo>
                <a:lnTo>
                  <a:pt x="10930890" y="2525484"/>
                </a:lnTo>
                <a:lnTo>
                  <a:pt x="8755659" y="2525484"/>
                </a:lnTo>
                <a:lnTo>
                  <a:pt x="7004114" y="2525484"/>
                </a:lnTo>
                <a:cubicBezTo>
                  <a:pt x="6541294" y="2525484"/>
                  <a:pt x="6260783" y="2827046"/>
                  <a:pt x="6113526" y="3366922"/>
                </a:cubicBezTo>
                <a:cubicBezTo>
                  <a:pt x="6106478" y="3387973"/>
                  <a:pt x="6085525" y="3387973"/>
                  <a:pt x="6078476" y="3366922"/>
                </a:cubicBezTo>
                <a:cubicBezTo>
                  <a:pt x="5931221" y="2827046"/>
                  <a:pt x="5650707" y="2525484"/>
                  <a:pt x="5187887" y="2525484"/>
                </a:cubicBezTo>
                <a:lnTo>
                  <a:pt x="3436341" y="2525484"/>
                </a:lnTo>
                <a:lnTo>
                  <a:pt x="1261112" y="2525484"/>
                </a:lnTo>
                <a:lnTo>
                  <a:pt x="0" y="2525484"/>
                </a:lnTo>
                <a:close/>
              </a:path>
            </a:pathLst>
          </a:cu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520700" y="3940216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0700" y="4502943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1E81C-A3CE-333A-79BA-25D8F93FB564}"/>
              </a:ext>
            </a:extLst>
          </p:cNvPr>
          <p:cNvSpPr/>
          <p:nvPr userDrawn="1"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1FA932-514A-C951-F952-F8A43667EA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4D693C-2F89-1D26-FDEF-3BF8AB9EE5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pic>
        <p:nvPicPr>
          <p:cNvPr id="24" name="Picture 23" descr="Icon&#10;&#10;Description automatically generated with medium confidence">
            <a:extLst>
              <a:ext uri="{FF2B5EF4-FFF2-40B4-BE49-F238E27FC236}">
                <a16:creationId xmlns:a16="http://schemas.microsoft.com/office/drawing/2014/main" id="{40DDF016-D509-BED0-161C-B51B4CFCB42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1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EE5C-8451-457A-BD36-F438731D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630E13A-9E76-B161-1416-CBE84BD2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474805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202868D-ACDF-6434-3575-872690D6A7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47480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74B05C-AADA-DE64-7CCE-6E374DE8A94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00D9DEB-3F09-2300-9ADD-BA0650A439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47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30D3666-6EB4-2815-6D2E-EFE946A218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443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30D3666-6EB4-2815-6D2E-EFE946A218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8F29C9-8F7E-1D4B-3005-616565FA7753}"/>
              </a:ext>
            </a:extLst>
          </p:cNvPr>
          <p:cNvSpPr/>
          <p:nvPr userDrawn="1"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F7007A-5965-5814-8FF8-29077566CB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00" y="5010784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enter section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6A64F09-F5D8-B6EE-7ED5-2B69A4668C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0700" y="5558794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speaker name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781331-5517-AE28-7C8D-8C014D42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1CDC9B-479F-3EF6-C5CE-3CFBF329B38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1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D48070-D695-60C2-898C-9832D9369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11161"/>
            <a:ext cx="11460164" cy="4767421"/>
          </a:xfrm>
          <a:custGeom>
            <a:avLst/>
            <a:gdLst>
              <a:gd name="connsiteX0" fmla="*/ 185682 w 11460164"/>
              <a:gd name="connsiteY0" fmla="*/ 0 h 4484800"/>
              <a:gd name="connsiteX1" fmla="*/ 11274482 w 11460164"/>
              <a:gd name="connsiteY1" fmla="*/ 0 h 4484800"/>
              <a:gd name="connsiteX2" fmla="*/ 11460164 w 11460164"/>
              <a:gd name="connsiteY2" fmla="*/ 185682 h 4484800"/>
              <a:gd name="connsiteX3" fmla="*/ 11460164 w 11460164"/>
              <a:gd name="connsiteY3" fmla="*/ 456183 h 4484800"/>
              <a:gd name="connsiteX4" fmla="*/ 11460164 w 11460164"/>
              <a:gd name="connsiteY4" fmla="*/ 715601 h 4484800"/>
              <a:gd name="connsiteX5" fmla="*/ 11460164 w 11460164"/>
              <a:gd name="connsiteY5" fmla="*/ 4299118 h 4484800"/>
              <a:gd name="connsiteX6" fmla="*/ 11274482 w 11460164"/>
              <a:gd name="connsiteY6" fmla="*/ 4484800 h 4484800"/>
              <a:gd name="connsiteX7" fmla="*/ 185682 w 11460164"/>
              <a:gd name="connsiteY7" fmla="*/ 4484800 h 4484800"/>
              <a:gd name="connsiteX8" fmla="*/ 0 w 11460164"/>
              <a:gd name="connsiteY8" fmla="*/ 4299118 h 4484800"/>
              <a:gd name="connsiteX9" fmla="*/ 0 w 11460164"/>
              <a:gd name="connsiteY9" fmla="*/ 715601 h 4484800"/>
              <a:gd name="connsiteX10" fmla="*/ 0 w 11460164"/>
              <a:gd name="connsiteY10" fmla="*/ 456183 h 4484800"/>
              <a:gd name="connsiteX11" fmla="*/ 0 w 11460164"/>
              <a:gd name="connsiteY11" fmla="*/ 185682 h 4484800"/>
              <a:gd name="connsiteX12" fmla="*/ 185682 w 11460164"/>
              <a:gd name="connsiteY12" fmla="*/ 0 h 44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60164" h="4484800">
                <a:moveTo>
                  <a:pt x="185682" y="0"/>
                </a:moveTo>
                <a:lnTo>
                  <a:pt x="11274482" y="0"/>
                </a:lnTo>
                <a:cubicBezTo>
                  <a:pt x="11377031" y="0"/>
                  <a:pt x="11460164" y="83133"/>
                  <a:pt x="11460164" y="185682"/>
                </a:cubicBezTo>
                <a:lnTo>
                  <a:pt x="11460164" y="456183"/>
                </a:lnTo>
                <a:lnTo>
                  <a:pt x="11460164" y="715601"/>
                </a:lnTo>
                <a:lnTo>
                  <a:pt x="11460164" y="4299118"/>
                </a:lnTo>
                <a:cubicBezTo>
                  <a:pt x="11460164" y="4401667"/>
                  <a:pt x="11377031" y="4484800"/>
                  <a:pt x="11274482" y="4484800"/>
                </a:cubicBezTo>
                <a:lnTo>
                  <a:pt x="185682" y="4484800"/>
                </a:lnTo>
                <a:cubicBezTo>
                  <a:pt x="83133" y="4484800"/>
                  <a:pt x="0" y="4401667"/>
                  <a:pt x="0" y="4299118"/>
                </a:cubicBezTo>
                <a:lnTo>
                  <a:pt x="0" y="715601"/>
                </a:lnTo>
                <a:lnTo>
                  <a:pt x="0" y="456183"/>
                </a:lnTo>
                <a:lnTo>
                  <a:pt x="0" y="185682"/>
                </a:lnTo>
                <a:cubicBezTo>
                  <a:pt x="0" y="83133"/>
                  <a:pt x="83133" y="0"/>
                  <a:pt x="1856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outside of grey 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0296A1-E119-4AEC-80A5-65FD719F96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C0D48C-007D-FEEC-D1DF-C0089187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F6E4BF1-5B10-6CC3-60CB-FA773CAB8A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99DCD39-6F77-D442-9C41-7FE9A4CBB7F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405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B722-CBB2-49EC-937E-10206DEB6BD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E53DDB-FDB6-66D3-FC50-5426FF978D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03338"/>
            <a:ext cx="11460163" cy="4766400"/>
          </a:xfrm>
        </p:spPr>
        <p:txBody>
          <a:bodyPr lIns="0" tIns="180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 </a:t>
            </a:r>
            <a:br>
              <a:rPr lang="en-US"/>
            </a:br>
            <a:r>
              <a:rPr lang="en-US"/>
              <a:t>If text content appears too large please reduce the size of this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7A86B9-637F-F18A-3604-5A44F7C4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A89E078-B97D-529E-FF83-DF5AD69D5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D601A5-6CEE-D258-CCEB-85D1BB27BD8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75AA5D9-D574-279B-8022-F118CEE297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722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65456" y="1303338"/>
            <a:ext cx="11460701" cy="399600"/>
          </a:xfrm>
          <a:prstGeom prst="rect">
            <a:avLst/>
          </a:prstGeom>
        </p:spPr>
        <p:txBody>
          <a:bodyPr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361942" indent="0">
              <a:buNone/>
              <a:defRPr/>
            </a:lvl2pPr>
            <a:lvl3pPr marL="711182" indent="0">
              <a:buNone/>
              <a:defRPr/>
            </a:lvl3pPr>
            <a:lvl4pPr marL="1087939" indent="0">
              <a:buNone/>
              <a:defRPr/>
            </a:lvl4pPr>
            <a:lvl5pPr marL="1473163" indent="0">
              <a:buNone/>
              <a:defRPr/>
            </a:lvl5pPr>
          </a:lstStyle>
          <a:p>
            <a:pPr lvl="0"/>
            <a:r>
              <a:rPr lang="en-GB"/>
              <a:t>Click to enter subheading text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F230C5-C173-4CDF-8F46-DDF8D7240B6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07AE8-19F2-04D9-93C9-C4F2357C2A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5125" y="1702938"/>
            <a:ext cx="11460163" cy="4358228"/>
          </a:xfrm>
        </p:spPr>
        <p:txBody>
          <a:bodyPr lIns="0" tIns="180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BDB392-CCE1-B2F2-5843-4AF9AE7D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D93444-D1FE-4C3C-7B81-D2693144C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5A9796-316D-7A43-F981-F6A071B72BB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BB3DFBF-24AF-7E52-B8DB-67D3FFE146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233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303338"/>
            <a:ext cx="3652838" cy="4766400"/>
          </a:xfrm>
          <a:prstGeom prst="roundRect">
            <a:avLst>
              <a:gd name="adj" fmla="val 4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5125" y="1303338"/>
            <a:ext cx="7554913" cy="4766400"/>
          </a:xfrm>
        </p:spPr>
        <p:txBody>
          <a:bodyPr lIns="0" tIns="234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EBE454E-075C-A112-CE43-2EF9F9B629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605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5125" y="1303338"/>
            <a:ext cx="3652838" cy="4766400"/>
          </a:xfrm>
          <a:prstGeom prst="roundRect">
            <a:avLst>
              <a:gd name="adj" fmla="val 4585"/>
            </a:avLst>
          </a:prstGeom>
          <a:solidFill>
            <a:schemeClr val="tx2"/>
          </a:solidFill>
          <a:ln>
            <a:noFill/>
          </a:ln>
        </p:spPr>
        <p:txBody>
          <a:bodyPr wrap="square"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70374" y="1303338"/>
            <a:ext cx="7554913" cy="4766400"/>
          </a:xfrm>
        </p:spPr>
        <p:txBody>
          <a:bodyPr lIns="252000" tIns="234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107491-B576-4FBA-DF55-410D54CA7B16}"/>
              </a:ext>
            </a:extLst>
          </p:cNvPr>
          <p:cNvSpPr/>
          <p:nvPr userDrawn="1"/>
        </p:nvSpPr>
        <p:spPr>
          <a:xfrm>
            <a:off x="4017963" y="1820564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174ADB3-40E9-D79D-5368-91D5B54F5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238325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A35D6C9-1CA0-9878-3F7C-4F790C689C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3000" y="1303338"/>
            <a:ext cx="5602288" cy="4766400"/>
          </a:xfrm>
          <a:prstGeom prst="roundRect">
            <a:avLst>
              <a:gd name="adj" fmla="val 425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37B329-27DE-51CE-F4B6-EB1199B217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125" y="1303338"/>
            <a:ext cx="5601600" cy="4766400"/>
          </a:xfrm>
          <a:prstGeom prst="roundRect">
            <a:avLst>
              <a:gd name="adj" fmla="val 39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7596A-DFCB-4141-B4D9-E8297363009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D8B1503-3382-4C3A-A672-A88D048E0DA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32525" y="1454538"/>
            <a:ext cx="5266800" cy="781200"/>
          </a:xfrm>
          <a:prstGeom prst="rect">
            <a:avLst/>
          </a:prstGeom>
        </p:spPr>
        <p:txBody>
          <a:bodyPr wrap="square"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CC1C57B-5831-4901-8605-655DBB075B2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391644" y="1454538"/>
            <a:ext cx="5265000" cy="781200"/>
          </a:xfrm>
          <a:prstGeom prst="rect">
            <a:avLst/>
          </a:prstGeom>
        </p:spPr>
        <p:txBody>
          <a:bodyPr wrap="square"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B8AF01B-B7EE-69F0-3113-1E07C2D5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0D87C1-85C7-40B7-3EF5-0997E04A30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DBE383-AB10-CC3B-D342-10443E02C93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F5C0565-DE1E-FC19-F1CA-9831993098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61803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1303338"/>
            <a:ext cx="3652838" cy="4766400"/>
          </a:xfrm>
          <a:prstGeom prst="roundRect">
            <a:avLst>
              <a:gd name="adj" fmla="val 47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80000" tIns="576000" bIns="72000" anchor="ctr">
            <a:noAutofit/>
          </a:bodyPr>
          <a:lstStyle>
            <a:lvl1pPr marL="0" indent="0" algn="ctr">
              <a:buNone/>
              <a:defRPr sz="20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[The image can then be scaled within the frame by using the ‘Crop’ feature in the ‘Picture Format’ tab of the ribbon.</a:t>
            </a:r>
            <a:r>
              <a:rPr lang="en-US"/>
              <a:t>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B623F-E1ED-BC6F-EAB9-2F7C7BB5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5B934E4-D94D-494D-8E16-6927D2105C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C03FD5-9F96-2D56-07D6-C43A8485D860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76085D-CF39-08FC-5F61-104FFB4306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9016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10E2EBD-4DBA-A411-89A3-C363C68F93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6079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10E2EBD-4DBA-A411-89A3-C363C68F9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219C323-6E00-D14B-433A-AFFED48030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66400"/>
          </a:xfrm>
          <a:custGeom>
            <a:avLst/>
            <a:gdLst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26638 w 7554913"/>
              <a:gd name="connsiteY8" fmla="*/ 1402309 h 4788000"/>
              <a:gd name="connsiteX9" fmla="*/ 807326 w 7554913"/>
              <a:gd name="connsiteY9" fmla="*/ 937371 h 4788000"/>
              <a:gd name="connsiteX10" fmla="*/ 850924 w 7554913"/>
              <a:gd name="connsiteY10" fmla="*/ 893772 h 4788000"/>
              <a:gd name="connsiteX11" fmla="*/ 850924 w 7554913"/>
              <a:gd name="connsiteY11" fmla="*/ 639447 h 4788000"/>
              <a:gd name="connsiteX12" fmla="*/ 1360669 w 7554913"/>
              <a:gd name="connsiteY12" fmla="*/ 12872 h 4788000"/>
              <a:gd name="connsiteX13" fmla="*/ 1482160 w 7554913"/>
              <a:gd name="connsiteY13" fmla="*/ 815 h 4788000"/>
              <a:gd name="connsiteX14" fmla="*/ 1697038 w 7554913"/>
              <a:gd name="connsiteY14" fmla="*/ 815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8000">
                <a:moveTo>
                  <a:pt x="1697038" y="0"/>
                </a:moveTo>
                <a:lnTo>
                  <a:pt x="7378379" y="0"/>
                </a:lnTo>
                <a:cubicBezTo>
                  <a:pt x="7475876" y="0"/>
                  <a:pt x="7554913" y="79037"/>
                  <a:pt x="7554913" y="176534"/>
                </a:cubicBezTo>
                <a:lnTo>
                  <a:pt x="7554913" y="4611466"/>
                </a:lnTo>
                <a:cubicBezTo>
                  <a:pt x="7554913" y="4708963"/>
                  <a:pt x="7475876" y="4788000"/>
                  <a:pt x="7378379" y="4788000"/>
                </a:cubicBezTo>
                <a:lnTo>
                  <a:pt x="176534" y="4788000"/>
                </a:lnTo>
                <a:cubicBezTo>
                  <a:pt x="79037" y="4788000"/>
                  <a:pt x="0" y="4708963"/>
                  <a:pt x="0" y="4611466"/>
                </a:cubicBezTo>
                <a:lnTo>
                  <a:pt x="0" y="1552711"/>
                </a:lnTo>
                <a:cubicBezTo>
                  <a:pt x="8759" y="1063964"/>
                  <a:pt x="590287" y="923198"/>
                  <a:pt x="807326" y="937371"/>
                </a:cubicBezTo>
                <a:cubicBezTo>
                  <a:pt x="836392" y="937371"/>
                  <a:pt x="850924" y="915573"/>
                  <a:pt x="850924" y="893772"/>
                </a:cubicBezTo>
                <a:lnTo>
                  <a:pt x="850924" y="639447"/>
                </a:lnTo>
                <a:cubicBezTo>
                  <a:pt x="850924" y="327898"/>
                  <a:pt x="1067897" y="71983"/>
                  <a:pt x="1360669" y="12872"/>
                </a:cubicBezTo>
                <a:lnTo>
                  <a:pt x="1482160" y="815"/>
                </a:lnTo>
                <a:lnTo>
                  <a:pt x="1697038" y="815"/>
                </a:lnTo>
                <a:lnTo>
                  <a:pt x="169703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B84926-EEA3-D13A-C1FB-3FEC18A7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1464933-1F00-DED1-00C8-C81A38AE38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DCCF40-1773-437E-7AB4-DDD201CB4D42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B1B5D55-0A31-AD5D-5B30-D5B3767F4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124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7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8DB8D52-5A42-AF02-A231-C38CC50C6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66400"/>
          </a:xfrm>
          <a:custGeom>
            <a:avLst/>
            <a:gdLst>
              <a:gd name="connsiteX0" fmla="*/ 176482 w 7554913"/>
              <a:gd name="connsiteY0" fmla="*/ 0 h 4787900"/>
              <a:gd name="connsiteX1" fmla="*/ 7378431 w 7554913"/>
              <a:gd name="connsiteY1" fmla="*/ 0 h 4787900"/>
              <a:gd name="connsiteX2" fmla="*/ 7554913 w 7554913"/>
              <a:gd name="connsiteY2" fmla="*/ 176482 h 4787900"/>
              <a:gd name="connsiteX3" fmla="*/ 7554913 w 7554913"/>
              <a:gd name="connsiteY3" fmla="*/ 4611418 h 4787900"/>
              <a:gd name="connsiteX4" fmla="*/ 7378431 w 7554913"/>
              <a:gd name="connsiteY4" fmla="*/ 4787900 h 4787900"/>
              <a:gd name="connsiteX5" fmla="*/ 176482 w 7554913"/>
              <a:gd name="connsiteY5" fmla="*/ 4787900 h 4787900"/>
              <a:gd name="connsiteX6" fmla="*/ 0 w 7554913"/>
              <a:gd name="connsiteY6" fmla="*/ 4611418 h 4787900"/>
              <a:gd name="connsiteX7" fmla="*/ 0 w 7554913"/>
              <a:gd name="connsiteY7" fmla="*/ 2799479 h 4787900"/>
              <a:gd name="connsiteX8" fmla="*/ 3012 w 7554913"/>
              <a:gd name="connsiteY8" fmla="*/ 2763995 h 4787900"/>
              <a:gd name="connsiteX9" fmla="*/ 415133 w 7554913"/>
              <a:gd name="connsiteY9" fmla="*/ 2402680 h 4787900"/>
              <a:gd name="connsiteX10" fmla="*/ 415133 w 7554913"/>
              <a:gd name="connsiteY10" fmla="*/ 2385217 h 4787900"/>
              <a:gd name="connsiteX11" fmla="*/ 3012 w 7554913"/>
              <a:gd name="connsiteY11" fmla="*/ 2023907 h 4787900"/>
              <a:gd name="connsiteX12" fmla="*/ 0 w 7554913"/>
              <a:gd name="connsiteY12" fmla="*/ 1988423 h 4787900"/>
              <a:gd name="connsiteX13" fmla="*/ 0 w 7554913"/>
              <a:gd name="connsiteY13" fmla="*/ 176482 h 4787900"/>
              <a:gd name="connsiteX14" fmla="*/ 176482 w 7554913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7900">
                <a:moveTo>
                  <a:pt x="176482" y="0"/>
                </a:moveTo>
                <a:lnTo>
                  <a:pt x="7378431" y="0"/>
                </a:lnTo>
                <a:cubicBezTo>
                  <a:pt x="7475899" y="0"/>
                  <a:pt x="7554913" y="79014"/>
                  <a:pt x="7554913" y="176482"/>
                </a:cubicBezTo>
                <a:lnTo>
                  <a:pt x="7554913" y="4611418"/>
                </a:lnTo>
                <a:cubicBezTo>
                  <a:pt x="7554913" y="4708886"/>
                  <a:pt x="7475899" y="4787900"/>
                  <a:pt x="7378431" y="4787900"/>
                </a:cubicBezTo>
                <a:lnTo>
                  <a:pt x="176482" y="4787900"/>
                </a:lnTo>
                <a:cubicBezTo>
                  <a:pt x="79014" y="4787900"/>
                  <a:pt x="0" y="4708886"/>
                  <a:pt x="0" y="4611418"/>
                </a:cubicBezTo>
                <a:lnTo>
                  <a:pt x="0" y="2799479"/>
                </a:lnTo>
                <a:lnTo>
                  <a:pt x="3012" y="2763995"/>
                </a:lnTo>
                <a:cubicBezTo>
                  <a:pt x="35433" y="2581833"/>
                  <a:pt x="179824" y="2466853"/>
                  <a:pt x="415133" y="2402680"/>
                </a:cubicBezTo>
                <a:cubicBezTo>
                  <a:pt x="425612" y="2399188"/>
                  <a:pt x="425612" y="2388709"/>
                  <a:pt x="415133" y="2385217"/>
                </a:cubicBezTo>
                <a:cubicBezTo>
                  <a:pt x="179824" y="2321043"/>
                  <a:pt x="35433" y="2206068"/>
                  <a:pt x="3012" y="2023907"/>
                </a:cubicBezTo>
                <a:lnTo>
                  <a:pt x="0" y="1988423"/>
                </a:lnTo>
                <a:lnTo>
                  <a:pt x="0" y="176482"/>
                </a:lnTo>
                <a:cubicBezTo>
                  <a:pt x="0" y="79014"/>
                  <a:pt x="79014" y="0"/>
                  <a:pt x="1764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744E32-9E6E-5A11-A7A0-D8AFCFED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9AF8F91-23D2-DD88-482D-7FAFF27C51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B64EB2-7F66-5CCC-3945-F5156896877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FEE267-A283-8B02-B3DA-CF84DC7C25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60204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FB8F13-AB38-63DB-D1F1-86B6EF73DD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242888"/>
            <a:ext cx="3652838" cy="5848312"/>
          </a:xfrm>
          <a:custGeom>
            <a:avLst/>
            <a:gdLst>
              <a:gd name="connsiteX0" fmla="*/ 190569 w 3652838"/>
              <a:gd name="connsiteY0" fmla="*/ 0 h 5848312"/>
              <a:gd name="connsiteX1" fmla="*/ 3462269 w 3652838"/>
              <a:gd name="connsiteY1" fmla="*/ 0 h 5848312"/>
              <a:gd name="connsiteX2" fmla="*/ 3652838 w 3652838"/>
              <a:gd name="connsiteY2" fmla="*/ 190569 h 5848312"/>
              <a:gd name="connsiteX3" fmla="*/ 3652838 w 3652838"/>
              <a:gd name="connsiteY3" fmla="*/ 5657743 h 5848312"/>
              <a:gd name="connsiteX4" fmla="*/ 3462269 w 3652838"/>
              <a:gd name="connsiteY4" fmla="*/ 5848312 h 5848312"/>
              <a:gd name="connsiteX5" fmla="*/ 190569 w 3652838"/>
              <a:gd name="connsiteY5" fmla="*/ 5848312 h 5848312"/>
              <a:gd name="connsiteX6" fmla="*/ 0 w 3652838"/>
              <a:gd name="connsiteY6" fmla="*/ 5657743 h 5848312"/>
              <a:gd name="connsiteX7" fmla="*/ 0 w 3652838"/>
              <a:gd name="connsiteY7" fmla="*/ 3402065 h 5848312"/>
              <a:gd name="connsiteX8" fmla="*/ 7373 w 3652838"/>
              <a:gd name="connsiteY8" fmla="*/ 3315183 h 5848312"/>
              <a:gd name="connsiteX9" fmla="*/ 442863 w 3652838"/>
              <a:gd name="connsiteY9" fmla="*/ 2933380 h 5848312"/>
              <a:gd name="connsiteX10" fmla="*/ 442863 w 3652838"/>
              <a:gd name="connsiteY10" fmla="*/ 2914928 h 5848312"/>
              <a:gd name="connsiteX11" fmla="*/ 7373 w 3652838"/>
              <a:gd name="connsiteY11" fmla="*/ 2533130 h 5848312"/>
              <a:gd name="connsiteX12" fmla="*/ 0 w 3652838"/>
              <a:gd name="connsiteY12" fmla="*/ 2446249 h 5848312"/>
              <a:gd name="connsiteX13" fmla="*/ 0 w 3652838"/>
              <a:gd name="connsiteY13" fmla="*/ 190569 h 5848312"/>
              <a:gd name="connsiteX14" fmla="*/ 190569 w 3652838"/>
              <a:gd name="connsiteY14" fmla="*/ 0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2838" h="5848312">
                <a:moveTo>
                  <a:pt x="190569" y="0"/>
                </a:moveTo>
                <a:lnTo>
                  <a:pt x="3462269" y="0"/>
                </a:lnTo>
                <a:cubicBezTo>
                  <a:pt x="3567517" y="0"/>
                  <a:pt x="3652838" y="85321"/>
                  <a:pt x="3652838" y="190569"/>
                </a:cubicBezTo>
                <a:lnTo>
                  <a:pt x="3652838" y="5657743"/>
                </a:lnTo>
                <a:cubicBezTo>
                  <a:pt x="3652838" y="5762991"/>
                  <a:pt x="3567517" y="5848312"/>
                  <a:pt x="3462269" y="5848312"/>
                </a:cubicBezTo>
                <a:lnTo>
                  <a:pt x="190569" y="5848312"/>
                </a:lnTo>
                <a:cubicBezTo>
                  <a:pt x="85321" y="5848312"/>
                  <a:pt x="0" y="5762991"/>
                  <a:pt x="0" y="5657743"/>
                </a:cubicBezTo>
                <a:lnTo>
                  <a:pt x="0" y="3402065"/>
                </a:lnTo>
                <a:lnTo>
                  <a:pt x="7373" y="3315183"/>
                </a:lnTo>
                <a:cubicBezTo>
                  <a:pt x="41632" y="3122692"/>
                  <a:pt x="194211" y="3001193"/>
                  <a:pt x="442863" y="2933380"/>
                </a:cubicBezTo>
                <a:cubicBezTo>
                  <a:pt x="453936" y="2929691"/>
                  <a:pt x="453936" y="2918617"/>
                  <a:pt x="442863" y="2914928"/>
                </a:cubicBezTo>
                <a:cubicBezTo>
                  <a:pt x="194211" y="2847115"/>
                  <a:pt x="41632" y="2725620"/>
                  <a:pt x="7373" y="2533130"/>
                </a:cubicBezTo>
                <a:lnTo>
                  <a:pt x="0" y="2446249"/>
                </a:lnTo>
                <a:lnTo>
                  <a:pt x="0" y="190569"/>
                </a:lnTo>
                <a:cubicBezTo>
                  <a:pt x="0" y="85321"/>
                  <a:pt x="85321" y="0"/>
                  <a:pt x="1905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8000" tIns="576000" rIns="108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02126E-B6A8-2921-6EF1-1AB371E2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7554912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475D3A0-2D66-AC67-134B-77A55D269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7554913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1FF2E9-41D3-FCB0-8100-2CB5AD7B063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05420F-511B-9249-451B-92544C8E90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11050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C1E2B43-F98E-82F3-DBAA-FC13402D7C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242888"/>
            <a:ext cx="7554914" cy="5848312"/>
          </a:xfrm>
          <a:custGeom>
            <a:avLst/>
            <a:gdLst>
              <a:gd name="connsiteX0" fmla="*/ 2145019 w 7554914"/>
              <a:gd name="connsiteY0" fmla="*/ 0 h 5848312"/>
              <a:gd name="connsiteX1" fmla="*/ 7370751 w 7554914"/>
              <a:gd name="connsiteY1" fmla="*/ 0 h 5848312"/>
              <a:gd name="connsiteX2" fmla="*/ 7554914 w 7554914"/>
              <a:gd name="connsiteY2" fmla="*/ 184163 h 5848312"/>
              <a:gd name="connsiteX3" fmla="*/ 7554914 w 7554914"/>
              <a:gd name="connsiteY3" fmla="*/ 5664149 h 5848312"/>
              <a:gd name="connsiteX4" fmla="*/ 7370751 w 7554914"/>
              <a:gd name="connsiteY4" fmla="*/ 5848312 h 5848312"/>
              <a:gd name="connsiteX5" fmla="*/ 184163 w 7554914"/>
              <a:gd name="connsiteY5" fmla="*/ 5848312 h 5848312"/>
              <a:gd name="connsiteX6" fmla="*/ 0 w 7554914"/>
              <a:gd name="connsiteY6" fmla="*/ 5664149 h 5848312"/>
              <a:gd name="connsiteX7" fmla="*/ 0 w 7554914"/>
              <a:gd name="connsiteY7" fmla="*/ 2161063 h 5848312"/>
              <a:gd name="connsiteX8" fmla="*/ 38324 w 7554914"/>
              <a:gd name="connsiteY8" fmla="*/ 2036037 h 5848312"/>
              <a:gd name="connsiteX9" fmla="*/ 1172960 w 7554914"/>
              <a:gd name="connsiteY9" fmla="*/ 1360305 h 5848312"/>
              <a:gd name="connsiteX10" fmla="*/ 1236325 w 7554914"/>
              <a:gd name="connsiteY10" fmla="*/ 1296939 h 5848312"/>
              <a:gd name="connsiteX11" fmla="*/ 1236325 w 7554914"/>
              <a:gd name="connsiteY11" fmla="*/ 927309 h 5848312"/>
              <a:gd name="connsiteX12" fmla="*/ 1977178 w 7554914"/>
              <a:gd name="connsiteY12" fmla="*/ 16657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54914" h="5848312">
                <a:moveTo>
                  <a:pt x="2145019" y="0"/>
                </a:moveTo>
                <a:lnTo>
                  <a:pt x="7370751" y="0"/>
                </a:lnTo>
                <a:cubicBezTo>
                  <a:pt x="7472461" y="0"/>
                  <a:pt x="7554914" y="82453"/>
                  <a:pt x="7554914" y="184163"/>
                </a:cubicBezTo>
                <a:lnTo>
                  <a:pt x="7554914" y="5664149"/>
                </a:lnTo>
                <a:cubicBezTo>
                  <a:pt x="7554914" y="5765859"/>
                  <a:pt x="7472461" y="5848312"/>
                  <a:pt x="7370751" y="5848312"/>
                </a:cubicBezTo>
                <a:lnTo>
                  <a:pt x="184163" y="5848312"/>
                </a:lnTo>
                <a:cubicBezTo>
                  <a:pt x="82453" y="5848312"/>
                  <a:pt x="0" y="5765859"/>
                  <a:pt x="0" y="5664149"/>
                </a:cubicBezTo>
                <a:lnTo>
                  <a:pt x="0" y="2161063"/>
                </a:lnTo>
                <a:lnTo>
                  <a:pt x="38324" y="2036037"/>
                </a:lnTo>
                <a:cubicBezTo>
                  <a:pt x="232381" y="1588024"/>
                  <a:pt x="681881" y="1376146"/>
                  <a:pt x="1172960" y="1360305"/>
                </a:cubicBezTo>
                <a:cubicBezTo>
                  <a:pt x="1215204" y="1360305"/>
                  <a:pt x="1236325" y="1328624"/>
                  <a:pt x="1236325" y="1296939"/>
                </a:cubicBezTo>
                <a:lnTo>
                  <a:pt x="1236325" y="927309"/>
                </a:lnTo>
                <a:cubicBezTo>
                  <a:pt x="1236325" y="474509"/>
                  <a:pt x="1551669" y="102568"/>
                  <a:pt x="1977178" y="166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576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4101"/>
            <a:ext cx="3652839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08CFF33-B49E-9711-53F9-19D0CC0A1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242888"/>
            <a:ext cx="390525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A3CE1FB-D5F5-92E1-9D34-DB8E8889C9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39052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91AF96-43AB-49E0-5AA2-71826DA9639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62E8907-F169-D71D-80AC-50016E498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26319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2100262"/>
            <a:ext cx="3652838" cy="3969475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C42DF1-9B7E-9A5C-E40E-35292FD97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5126" y="1303338"/>
            <a:ext cx="3480970" cy="796925"/>
          </a:xfrm>
        </p:spPr>
        <p:txBody>
          <a:bodyPr lIns="0" tIns="72000" rIns="0" bIns="7200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edit subheading text</a:t>
            </a:r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42A83F9-173D-2F5C-840B-653949B4C5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8179" y="1303337"/>
            <a:ext cx="7977108" cy="4766400"/>
          </a:xfrm>
          <a:custGeom>
            <a:avLst/>
            <a:gdLst>
              <a:gd name="connsiteX0" fmla="*/ 594703 w 7977108"/>
              <a:gd name="connsiteY0" fmla="*/ 0 h 4787900"/>
              <a:gd name="connsiteX1" fmla="*/ 7804600 w 7977108"/>
              <a:gd name="connsiteY1" fmla="*/ 0 h 4787900"/>
              <a:gd name="connsiteX2" fmla="*/ 7977108 w 7977108"/>
              <a:gd name="connsiteY2" fmla="*/ 172508 h 4787900"/>
              <a:gd name="connsiteX3" fmla="*/ 7977108 w 7977108"/>
              <a:gd name="connsiteY3" fmla="*/ 4615392 h 4787900"/>
              <a:gd name="connsiteX4" fmla="*/ 7804600 w 7977108"/>
              <a:gd name="connsiteY4" fmla="*/ 4787900 h 4787900"/>
              <a:gd name="connsiteX5" fmla="*/ 594703 w 7977108"/>
              <a:gd name="connsiteY5" fmla="*/ 4787900 h 4787900"/>
              <a:gd name="connsiteX6" fmla="*/ 422195 w 7977108"/>
              <a:gd name="connsiteY6" fmla="*/ 4615392 h 4787900"/>
              <a:gd name="connsiteX7" fmla="*/ 422195 w 7977108"/>
              <a:gd name="connsiteY7" fmla="*/ 1002316 h 4787900"/>
              <a:gd name="connsiteX8" fmla="*/ 419981 w 7977108"/>
              <a:gd name="connsiteY8" fmla="*/ 976226 h 4787900"/>
              <a:gd name="connsiteX9" fmla="*/ 7859 w 7977108"/>
              <a:gd name="connsiteY9" fmla="*/ 614915 h 4787900"/>
              <a:gd name="connsiteX10" fmla="*/ 7859 w 7977108"/>
              <a:gd name="connsiteY10" fmla="*/ 597453 h 4787900"/>
              <a:gd name="connsiteX11" fmla="*/ 419981 w 7977108"/>
              <a:gd name="connsiteY11" fmla="*/ 236137 h 4787900"/>
              <a:gd name="connsiteX12" fmla="*/ 422195 w 7977108"/>
              <a:gd name="connsiteY12" fmla="*/ 210041 h 4787900"/>
              <a:gd name="connsiteX13" fmla="*/ 422195 w 7977108"/>
              <a:gd name="connsiteY13" fmla="*/ 172508 h 4787900"/>
              <a:gd name="connsiteX14" fmla="*/ 594703 w 7977108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77108" h="4787900">
                <a:moveTo>
                  <a:pt x="594703" y="0"/>
                </a:moveTo>
                <a:lnTo>
                  <a:pt x="7804600" y="0"/>
                </a:lnTo>
                <a:cubicBezTo>
                  <a:pt x="7899874" y="0"/>
                  <a:pt x="7977108" y="77234"/>
                  <a:pt x="7977108" y="172508"/>
                </a:cubicBezTo>
                <a:lnTo>
                  <a:pt x="7977108" y="4615392"/>
                </a:lnTo>
                <a:cubicBezTo>
                  <a:pt x="7977108" y="4710666"/>
                  <a:pt x="7899874" y="4787900"/>
                  <a:pt x="7804600" y="4787900"/>
                </a:cubicBezTo>
                <a:lnTo>
                  <a:pt x="594703" y="4787900"/>
                </a:lnTo>
                <a:cubicBezTo>
                  <a:pt x="499429" y="4787900"/>
                  <a:pt x="422195" y="4710666"/>
                  <a:pt x="422195" y="4615392"/>
                </a:cubicBezTo>
                <a:lnTo>
                  <a:pt x="422195" y="1002316"/>
                </a:lnTo>
                <a:lnTo>
                  <a:pt x="419981" y="976226"/>
                </a:lnTo>
                <a:cubicBezTo>
                  <a:pt x="387560" y="794064"/>
                  <a:pt x="243169" y="679089"/>
                  <a:pt x="7859" y="614915"/>
                </a:cubicBezTo>
                <a:cubicBezTo>
                  <a:pt x="-2620" y="611423"/>
                  <a:pt x="-2620" y="600944"/>
                  <a:pt x="7859" y="597453"/>
                </a:cubicBezTo>
                <a:cubicBezTo>
                  <a:pt x="243169" y="533278"/>
                  <a:pt x="387560" y="418299"/>
                  <a:pt x="419981" y="236137"/>
                </a:cubicBezTo>
                <a:lnTo>
                  <a:pt x="422195" y="210041"/>
                </a:lnTo>
                <a:lnTo>
                  <a:pt x="422195" y="172508"/>
                </a:lnTo>
                <a:cubicBezTo>
                  <a:pt x="422195" y="77234"/>
                  <a:pt x="499429" y="0"/>
                  <a:pt x="5947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900000" tIns="216000" rIns="540000" bIns="72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92BEDA-CC1A-B239-4AEA-C3F37E21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750812B-2C47-57D4-77B8-4674E64952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DE5D052-D1E8-918C-87BF-6E3142B87FE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353966C-895B-F3B6-C962-074451B445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12455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3338"/>
            <a:ext cx="560228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1303338"/>
            <a:ext cx="5602288" cy="2253600"/>
          </a:xfrm>
          <a:prstGeom prst="roundRect">
            <a:avLst>
              <a:gd name="adj" fmla="val 85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223001" y="3812526"/>
            <a:ext cx="5678576" cy="2253600"/>
          </a:xfrm>
          <a:prstGeom prst="roundRect">
            <a:avLst>
              <a:gd name="adj" fmla="val 8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A279A2-5C44-FF2E-B384-6E6E2D4B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A0BC10E-676C-5CAF-16CC-96A54F223F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5935EB-46DA-41B4-C62C-331192886E84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BBE301A-BBDA-D5D6-59B1-EF895FA3FD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12721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3649663" cy="4766400"/>
          </a:xfrm>
          <a:prstGeom prst="roundRect">
            <a:avLst>
              <a:gd name="adj" fmla="val 48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172450" y="1303337"/>
            <a:ext cx="3650400" cy="4766400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F5920EC-DA01-4E88-EF64-4CA7B4F1B0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6607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9168539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036485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F5920EC-DA01-4E88-EF64-4CA7B4F1B0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12DF560-A3CB-1F04-0529-8E6CDA7195F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34384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52ABF3A6-033D-0661-3744-F396344E76A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299280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372264A-F591-0A90-3AD4-5379FA605C4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65125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47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child&#10;&#10;Description automatically generated">
            <a:extLst>
              <a:ext uri="{FF2B5EF4-FFF2-40B4-BE49-F238E27FC236}">
                <a16:creationId xmlns:a16="http://schemas.microsoft.com/office/drawing/2014/main" id="{26D90241-1A5A-6DBF-7D4D-BE5ED0BF67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3516"/>
            <a:ext cx="7982900" cy="688858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D0C5027-AF6C-6486-ED79-268D17B838F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1268"/>
          <a:stretch/>
        </p:blipFill>
        <p:spPr>
          <a:xfrm>
            <a:off x="7416671" y="-29866"/>
            <a:ext cx="4775330" cy="6869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F4F0A2-074B-B599-91E3-3285E89EB8A4}"/>
              </a:ext>
            </a:extLst>
          </p:cNvPr>
          <p:cNvSpPr txBox="1"/>
          <p:nvPr userDrawn="1"/>
        </p:nvSpPr>
        <p:spPr>
          <a:xfrm>
            <a:off x="7926397" y="2218127"/>
            <a:ext cx="3898891" cy="2539226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3200" u="none" strike="noStrike" spc="-60">
                <a:solidFill>
                  <a:schemeClr val="tx2"/>
                </a:solidFill>
                <a:effectLst/>
                <a:latin typeface="GSK Precision Light" pitchFamily="2" charset="77"/>
              </a:rPr>
              <a:t>Prevention is at the heart of our purpose to get ahead of disease together</a:t>
            </a:r>
            <a:endParaRPr lang="en-US" sz="3200" spc="-60" err="1">
              <a:solidFill>
                <a:schemeClr val="tx2"/>
              </a:solidFill>
              <a:latin typeface="GSK Precision Light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674A81-C350-7175-4FCA-3357CC8C040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7051" y="6258504"/>
            <a:ext cx="1138238" cy="343115"/>
          </a:xfrm>
          <a:prstGeom prst="rect">
            <a:avLst/>
          </a:prstGeom>
        </p:spPr>
      </p:pic>
      <p:pic>
        <p:nvPicPr>
          <p:cNvPr id="8" name="Picture 7" descr="A black and orange text&#10;&#10;Description automatically generated">
            <a:extLst>
              <a:ext uri="{FF2B5EF4-FFF2-40B4-BE49-F238E27FC236}">
                <a16:creationId xmlns:a16="http://schemas.microsoft.com/office/drawing/2014/main" id="{1F10C212-3420-7AED-56FF-E53AE817A9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1075" y="200416"/>
            <a:ext cx="2118519" cy="5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2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5">
            <a:extLst>
              <a:ext uri="{FF2B5EF4-FFF2-40B4-BE49-F238E27FC236}">
                <a16:creationId xmlns:a16="http://schemas.microsoft.com/office/drawing/2014/main" id="{D229CF45-A1BD-72D2-69EB-A166315C75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0163"/>
            <a:ext cx="8172450" cy="688816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D0C5027-AF6C-6486-ED79-268D17B838F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1268"/>
          <a:stretch/>
        </p:blipFill>
        <p:spPr>
          <a:xfrm>
            <a:off x="7416671" y="-29866"/>
            <a:ext cx="4775330" cy="6869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F4F0A2-074B-B599-91E3-3285E89EB8A4}"/>
              </a:ext>
            </a:extLst>
          </p:cNvPr>
          <p:cNvSpPr txBox="1"/>
          <p:nvPr userDrawn="1"/>
        </p:nvSpPr>
        <p:spPr>
          <a:xfrm>
            <a:off x="7926397" y="2218127"/>
            <a:ext cx="3898891" cy="2539226"/>
          </a:xfrm>
          <a:prstGeom prst="rect">
            <a:avLst/>
          </a:prstGeom>
          <a:noFill/>
        </p:spPr>
        <p:txBody>
          <a:bodyPr wrap="square" lIns="180000" tIns="180000" rIns="180000" bIns="18000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GB" sz="3200" u="none" strike="noStrike" spc="-60">
                <a:solidFill>
                  <a:schemeClr val="tx2"/>
                </a:solidFill>
                <a:effectLst/>
                <a:latin typeface="GSK Precision Light" pitchFamily="2" charset="77"/>
              </a:rPr>
              <a:t>Prevention is at the heart of our purpose to get ahead of disease together</a:t>
            </a:r>
            <a:endParaRPr lang="en-US" sz="3200" spc="-60" err="1">
              <a:solidFill>
                <a:schemeClr val="tx2"/>
              </a:solidFill>
              <a:latin typeface="GSK Precision Light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674A81-C350-7175-4FCA-3357CC8C040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7051" y="6258504"/>
            <a:ext cx="1138238" cy="343115"/>
          </a:xfrm>
          <a:prstGeom prst="rect">
            <a:avLst/>
          </a:prstGeom>
        </p:spPr>
      </p:pic>
      <p:pic>
        <p:nvPicPr>
          <p:cNvPr id="8" name="Picture 7" descr="A black and orange text&#10;&#10;Description automatically generated">
            <a:extLst>
              <a:ext uri="{FF2B5EF4-FFF2-40B4-BE49-F238E27FC236}">
                <a16:creationId xmlns:a16="http://schemas.microsoft.com/office/drawing/2014/main" id="{1F10C212-3420-7AED-56FF-E53AE817A9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1075" y="200416"/>
            <a:ext cx="2118519" cy="5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1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8994D5C1-7836-1E91-87FA-56E472221EB3}"/>
              </a:ext>
            </a:extLst>
          </p:cNvPr>
          <p:cNvSpPr>
            <a:spLocks noGrp="1"/>
          </p:cNvSpPr>
          <p:nvPr>
            <p:ph type="chart" sz="quarter" idx="34" hasCustomPrompt="1"/>
          </p:nvPr>
        </p:nvSpPr>
        <p:spPr>
          <a:xfrm>
            <a:off x="365125" y="1303336"/>
            <a:ext cx="11460163" cy="4766400"/>
          </a:xfrm>
        </p:spPr>
        <p:txBody>
          <a:bodyPr lIns="0" rIns="0">
            <a:noAutofit/>
          </a:bodyPr>
          <a:lstStyle>
            <a:lvl1pPr>
              <a:defRPr/>
            </a:lvl1pPr>
          </a:lstStyle>
          <a:p>
            <a:r>
              <a:rPr lang="en-GB"/>
              <a:t>Click CHART icons to insert chart.</a:t>
            </a:r>
            <a:br>
              <a:rPr lang="en-GB"/>
            </a:br>
            <a:r>
              <a:rPr lang="en-US"/>
              <a:t>Please ensure your chart title, legend, x and y axis titles are minimum 12 pt, Arial black for accessibility.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CCEE79-8221-4C6C-2397-0791C954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091ECF0-259D-F144-9708-B8296C87B0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3FC0E92-53E2-6353-15B7-7028E9E80A82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829B2-A918-24F6-E562-35F178ADD8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98748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011C033-6E2A-C297-AF5C-78D98E12C4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1404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70C223B-EC3F-01A9-ECD3-7E6A591C40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F5241F-6CBA-AE82-8AEE-138E90E20FA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28" t="12162" r="1499" b="12843"/>
          <a:stretch/>
        </p:blipFill>
        <p:spPr>
          <a:xfrm>
            <a:off x="219299" y="6191252"/>
            <a:ext cx="1215582" cy="563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0C54E86-8E74-E1E1-9919-BF95D8B2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936C739-784E-0B16-D78E-DAACEC459B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8BE41CA-ABEC-55CB-D62E-31831DAD300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D2B2F08-59F4-C534-9E38-C5C2F0601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bg1"/>
                </a:solidFill>
              </a:defRPr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51722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04D0DB-B534-DFAD-4B22-AE907C809D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44822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6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1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8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8276E86-C9B6-1B20-0470-A93E9FE768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634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8276E86-C9B6-1B20-0470-A93E9FE76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905DD1F-ADCE-21F5-3B42-348B73562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8651875" cy="1260000"/>
          </a:xfrm>
        </p:spPr>
        <p:txBody>
          <a:bodyPr vert="horz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A65F606-CDCB-0367-61AA-199FECCB3A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8651876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066BEF-B097-8826-7B68-974384A3DA4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772" t="25173" r="16016" b="28870"/>
          <a:stretch/>
        </p:blipFill>
        <p:spPr>
          <a:xfrm>
            <a:off x="322824" y="5861243"/>
            <a:ext cx="1586940" cy="58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5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B20AFD6-6925-491B-B024-5E0A32A58D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590" t="25173" r="17185" b="31039"/>
          <a:stretch/>
        </p:blipFill>
        <p:spPr>
          <a:xfrm>
            <a:off x="152399" y="2073890"/>
            <a:ext cx="11992273" cy="45396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90B266-F3BD-2613-5CB9-7E4A4FDFC416}"/>
              </a:ext>
            </a:extLst>
          </p:cNvPr>
          <p:cNvSpPr/>
          <p:nvPr userDrawn="1"/>
        </p:nvSpPr>
        <p:spPr bwMode="auto">
          <a:xfrm>
            <a:off x="11039475" y="164305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F8659A8-C764-F3A5-40B7-A3CB7A35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4470" y="243283"/>
            <a:ext cx="159543" cy="1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36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2024 Cognizant | Confidential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9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892896-0027-443A-D01E-0CE282B3A5C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9136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892896-0027-443A-D01E-0CE282B3A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DD59A9-81EE-0DF4-BF97-645E59790906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3382710"/>
          </a:xfrm>
          <a:custGeom>
            <a:avLst/>
            <a:gdLst>
              <a:gd name="connsiteX0" fmla="*/ 0 w 12192000"/>
              <a:gd name="connsiteY0" fmla="*/ 0 h 3382710"/>
              <a:gd name="connsiteX1" fmla="*/ 12192000 w 12192000"/>
              <a:gd name="connsiteY1" fmla="*/ 0 h 3382710"/>
              <a:gd name="connsiteX2" fmla="*/ 12192000 w 12192000"/>
              <a:gd name="connsiteY2" fmla="*/ 2525484 h 3382710"/>
              <a:gd name="connsiteX3" fmla="*/ 10930890 w 12192000"/>
              <a:gd name="connsiteY3" fmla="*/ 2525484 h 3382710"/>
              <a:gd name="connsiteX4" fmla="*/ 8755659 w 12192000"/>
              <a:gd name="connsiteY4" fmla="*/ 2525484 h 3382710"/>
              <a:gd name="connsiteX5" fmla="*/ 7004114 w 12192000"/>
              <a:gd name="connsiteY5" fmla="*/ 2525484 h 3382710"/>
              <a:gd name="connsiteX6" fmla="*/ 6113526 w 12192000"/>
              <a:gd name="connsiteY6" fmla="*/ 3366922 h 3382710"/>
              <a:gd name="connsiteX7" fmla="*/ 6078476 w 12192000"/>
              <a:gd name="connsiteY7" fmla="*/ 3366922 h 3382710"/>
              <a:gd name="connsiteX8" fmla="*/ 5187887 w 12192000"/>
              <a:gd name="connsiteY8" fmla="*/ 2525484 h 3382710"/>
              <a:gd name="connsiteX9" fmla="*/ 3436341 w 12192000"/>
              <a:gd name="connsiteY9" fmla="*/ 2525484 h 3382710"/>
              <a:gd name="connsiteX10" fmla="*/ 1261112 w 12192000"/>
              <a:gd name="connsiteY10" fmla="*/ 2525484 h 3382710"/>
              <a:gd name="connsiteX11" fmla="*/ 0 w 12192000"/>
              <a:gd name="connsiteY11" fmla="*/ 2525484 h 338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382710">
                <a:moveTo>
                  <a:pt x="0" y="0"/>
                </a:moveTo>
                <a:lnTo>
                  <a:pt x="12192000" y="0"/>
                </a:lnTo>
                <a:lnTo>
                  <a:pt x="12192000" y="2525484"/>
                </a:lnTo>
                <a:lnTo>
                  <a:pt x="10930890" y="2525484"/>
                </a:lnTo>
                <a:lnTo>
                  <a:pt x="8755659" y="2525484"/>
                </a:lnTo>
                <a:lnTo>
                  <a:pt x="7004114" y="2525484"/>
                </a:lnTo>
                <a:cubicBezTo>
                  <a:pt x="6541294" y="2525484"/>
                  <a:pt x="6260783" y="2827046"/>
                  <a:pt x="6113526" y="3366922"/>
                </a:cubicBezTo>
                <a:cubicBezTo>
                  <a:pt x="6106478" y="3387973"/>
                  <a:pt x="6085525" y="3387973"/>
                  <a:pt x="6078476" y="3366922"/>
                </a:cubicBezTo>
                <a:cubicBezTo>
                  <a:pt x="5931221" y="2827046"/>
                  <a:pt x="5650707" y="2525484"/>
                  <a:pt x="5187887" y="2525484"/>
                </a:cubicBezTo>
                <a:lnTo>
                  <a:pt x="3436341" y="2525484"/>
                </a:lnTo>
                <a:lnTo>
                  <a:pt x="1261112" y="2525484"/>
                </a:lnTo>
                <a:lnTo>
                  <a:pt x="0" y="2525484"/>
                </a:lnTo>
                <a:close/>
              </a:path>
            </a:pathLst>
          </a:cu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520700" y="3940216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0700" y="4502943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 / presenter name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1E81C-A3CE-333A-79BA-25D8F93FB564}"/>
              </a:ext>
            </a:extLst>
          </p:cNvPr>
          <p:cNvSpPr/>
          <p:nvPr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1FA932-514A-C951-F952-F8A43667E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4D693C-2F89-1D26-FDEF-3BF8AB9EE5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pic>
        <p:nvPicPr>
          <p:cNvPr id="24" name="Picture 23" descr="Icon&#10;&#10;Description automatically generated with medium confidence">
            <a:extLst>
              <a:ext uri="{FF2B5EF4-FFF2-40B4-BE49-F238E27FC236}">
                <a16:creationId xmlns:a16="http://schemas.microsoft.com/office/drawing/2014/main" id="{40DDF016-D509-BED0-161C-B51B4CFCB42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BE730EF-2ADF-F2EE-3385-DFE2929A2F2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69136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5" imgH="424" progId="TCLayout.ActiveDocument.1">
                  <p:embed/>
                </p:oleObj>
              </mc:Choice>
              <mc:Fallback>
                <p:oleObj name="think-cell Slide" r:id="rId9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BE730EF-2ADF-F2EE-3385-DFE2929A2F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68889F4-99D5-C4D7-F0A7-1D0B9BD3F930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3382710"/>
          </a:xfrm>
          <a:custGeom>
            <a:avLst/>
            <a:gdLst>
              <a:gd name="connsiteX0" fmla="*/ 0 w 12192000"/>
              <a:gd name="connsiteY0" fmla="*/ 0 h 3382710"/>
              <a:gd name="connsiteX1" fmla="*/ 12192000 w 12192000"/>
              <a:gd name="connsiteY1" fmla="*/ 0 h 3382710"/>
              <a:gd name="connsiteX2" fmla="*/ 12192000 w 12192000"/>
              <a:gd name="connsiteY2" fmla="*/ 2525484 h 3382710"/>
              <a:gd name="connsiteX3" fmla="*/ 10930890 w 12192000"/>
              <a:gd name="connsiteY3" fmla="*/ 2525484 h 3382710"/>
              <a:gd name="connsiteX4" fmla="*/ 8755659 w 12192000"/>
              <a:gd name="connsiteY4" fmla="*/ 2525484 h 3382710"/>
              <a:gd name="connsiteX5" fmla="*/ 7004114 w 12192000"/>
              <a:gd name="connsiteY5" fmla="*/ 2525484 h 3382710"/>
              <a:gd name="connsiteX6" fmla="*/ 6113526 w 12192000"/>
              <a:gd name="connsiteY6" fmla="*/ 3366922 h 3382710"/>
              <a:gd name="connsiteX7" fmla="*/ 6078476 w 12192000"/>
              <a:gd name="connsiteY7" fmla="*/ 3366922 h 3382710"/>
              <a:gd name="connsiteX8" fmla="*/ 5187887 w 12192000"/>
              <a:gd name="connsiteY8" fmla="*/ 2525484 h 3382710"/>
              <a:gd name="connsiteX9" fmla="*/ 3436341 w 12192000"/>
              <a:gd name="connsiteY9" fmla="*/ 2525484 h 3382710"/>
              <a:gd name="connsiteX10" fmla="*/ 1261112 w 12192000"/>
              <a:gd name="connsiteY10" fmla="*/ 2525484 h 3382710"/>
              <a:gd name="connsiteX11" fmla="*/ 0 w 12192000"/>
              <a:gd name="connsiteY11" fmla="*/ 2525484 h 338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382710">
                <a:moveTo>
                  <a:pt x="0" y="0"/>
                </a:moveTo>
                <a:lnTo>
                  <a:pt x="12192000" y="0"/>
                </a:lnTo>
                <a:lnTo>
                  <a:pt x="12192000" y="2525484"/>
                </a:lnTo>
                <a:lnTo>
                  <a:pt x="10930890" y="2525484"/>
                </a:lnTo>
                <a:lnTo>
                  <a:pt x="8755659" y="2525484"/>
                </a:lnTo>
                <a:lnTo>
                  <a:pt x="7004114" y="2525484"/>
                </a:lnTo>
                <a:cubicBezTo>
                  <a:pt x="6541294" y="2525484"/>
                  <a:pt x="6260783" y="2827046"/>
                  <a:pt x="6113526" y="3366922"/>
                </a:cubicBezTo>
                <a:cubicBezTo>
                  <a:pt x="6106478" y="3387973"/>
                  <a:pt x="6085525" y="3387973"/>
                  <a:pt x="6078476" y="3366922"/>
                </a:cubicBezTo>
                <a:cubicBezTo>
                  <a:pt x="5931221" y="2827046"/>
                  <a:pt x="5650707" y="2525484"/>
                  <a:pt x="5187887" y="2525484"/>
                </a:cubicBezTo>
                <a:lnTo>
                  <a:pt x="3436341" y="2525484"/>
                </a:lnTo>
                <a:lnTo>
                  <a:pt x="1261112" y="2525484"/>
                </a:lnTo>
                <a:lnTo>
                  <a:pt x="0" y="2525484"/>
                </a:lnTo>
                <a:close/>
              </a:path>
            </a:pathLst>
          </a:cu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74A64-5B94-1C65-071E-17BF59F9F083}"/>
              </a:ext>
            </a:extLst>
          </p:cNvPr>
          <p:cNvSpPr/>
          <p:nvPr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C5EB409-F04C-F34E-2784-56F55DA5C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  <p:pic>
        <p:nvPicPr>
          <p:cNvPr id="10" name="Picture 9" descr="Icon&#10;&#10;Description automatically generated with medium confidence">
            <a:extLst>
              <a:ext uri="{FF2B5EF4-FFF2-40B4-BE49-F238E27FC236}">
                <a16:creationId xmlns:a16="http://schemas.microsoft.com/office/drawing/2014/main" id="{AFA72B64-3B0D-5F16-E0A3-81BFBFF335F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2632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30D3666-6EB4-2815-6D2E-EFE946A218A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443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30D3666-6EB4-2815-6D2E-EFE946A218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Icon&#10;&#10;Description automatically generated with medium confidence">
            <a:extLst>
              <a:ext uri="{FF2B5EF4-FFF2-40B4-BE49-F238E27FC236}">
                <a16:creationId xmlns:a16="http://schemas.microsoft.com/office/drawing/2014/main" id="{CD0C9FF5-5269-0182-FD37-55478A13B6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D015E68-9B94-B2B9-2F33-1D9732CC14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8F29C9-8F7E-1D4B-3005-616565FA7753}"/>
              </a:ext>
            </a:extLst>
          </p:cNvPr>
          <p:cNvSpPr/>
          <p:nvPr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F7007A-5965-5814-8FF8-29077566CB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00" y="5010784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6A64F09-F5D8-B6EE-7ED5-2B69A4668C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0700" y="5558794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 / presenter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1AA76-84DB-E6D7-7F67-E7CF37FEEDBC}"/>
              </a:ext>
            </a:extLst>
          </p:cNvPr>
          <p:cNvSpPr/>
          <p:nvPr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chemeClr val="tx2"/>
                </a:solidFill>
                <a:latin typeface="+mn-lt"/>
              </a:rPr>
              <a:t>gsk.com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8155D66-36CA-D9A7-7EDA-E532E62376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55F83A6-67EC-BF30-F3AD-7891EB5F2F4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2443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5" imgH="424" progId="TCLayout.ActiveDocument.1">
                  <p:embed/>
                </p:oleObj>
              </mc:Choice>
              <mc:Fallback>
                <p:oleObj name="think-cell Slide" r:id="rId8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55F83A6-67EC-BF30-F3AD-7891EB5F2F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Icon&#10;&#10;Description automatically generated with medium confidence">
            <a:extLst>
              <a:ext uri="{FF2B5EF4-FFF2-40B4-BE49-F238E27FC236}">
                <a16:creationId xmlns:a16="http://schemas.microsoft.com/office/drawing/2014/main" id="{357E4C88-FB78-C0EB-6CA2-6DB87B6473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0E51AA2-DEA8-2D1B-54F8-4EE8EBF4ABFD}"/>
              </a:ext>
            </a:extLst>
          </p:cNvPr>
          <p:cNvSpPr/>
          <p:nvPr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D691E-620B-C251-3069-82DAB53E7FE8}"/>
              </a:ext>
            </a:extLst>
          </p:cNvPr>
          <p:cNvSpPr/>
          <p:nvPr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chemeClr val="tx2"/>
                </a:solidFill>
                <a:latin typeface="+mn-lt"/>
              </a:rPr>
              <a:t>gsk.com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920F982-80BA-58FA-0389-6CA3EEEAB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918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DI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A717EDF-9AA4-491F-3311-9F14A5CFB89C}"/>
              </a:ext>
            </a:extLst>
          </p:cNvPr>
          <p:cNvSpPr/>
          <p:nvPr/>
        </p:nvSpPr>
        <p:spPr bwMode="auto">
          <a:xfrm>
            <a:off x="523973" y="6107998"/>
            <a:ext cx="1806576" cy="505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Owner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AC67F3-7D0E-A071-327B-17B446179DB8}"/>
              </a:ext>
            </a:extLst>
          </p:cNvPr>
          <p:cNvSpPr/>
          <p:nvPr/>
        </p:nvSpPr>
        <p:spPr bwMode="auto">
          <a:xfrm>
            <a:off x="523973" y="4557510"/>
            <a:ext cx="1806576" cy="1473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30BA3B-88CD-41DE-E089-7100E3E52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7432" y="4557510"/>
            <a:ext cx="9414362" cy="1473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144000" rIns="180000" bIns="72000" anchor="t" anchorCtr="0">
            <a:no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100000"/>
              <a:buFont typeface="+mj-lt"/>
              <a:buAutoNum type="arabicPeriod"/>
              <a:defRPr sz="1200"/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DECISION: To seek X’s [single point accountable decision maker] decision to implement A</a:t>
            </a:r>
            <a:br>
              <a:rPr lang="en-US"/>
            </a:br>
            <a:r>
              <a:rPr lang="en-US"/>
              <a:t>INPUT: To receive input to the proposed plan for B</a:t>
            </a:r>
            <a:br>
              <a:rPr lang="en-US"/>
            </a:br>
            <a:r>
              <a:rPr lang="en-US"/>
              <a:t>AWARENESS: To update XXX regarding C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C6E06B6-BD9A-7A5E-5A90-56308009FF5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07432" y="6107998"/>
            <a:ext cx="9414362" cy="505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72000" rIns="180000" bIns="72000" anchor="ctr" anchorCtr="0">
            <a:noAutofit/>
          </a:bodyPr>
          <a:lstStyle>
            <a:lvl1pPr marL="0" indent="0">
              <a:buFont typeface="+mj-lt"/>
              <a:buNone/>
              <a:defRPr sz="1200"/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Single person accountable for this topic / paper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72F201F-277F-F24E-085D-8160B5FF4C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3973" y="4990763"/>
            <a:ext cx="1806576" cy="1040352"/>
          </a:xfrm>
          <a:prstGeom prst="rect">
            <a:avLst/>
          </a:prstGeom>
          <a:noFill/>
          <a:ln>
            <a:noFill/>
          </a:ln>
        </p:spPr>
        <p:txBody>
          <a:bodyPr lIns="72000" tIns="0" rIns="0" bIns="0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200">
                <a:solidFill>
                  <a:schemeClr val="bg2"/>
                </a:solidFill>
              </a:defRPr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Up to 5 clear, focused objectives </a:t>
            </a:r>
            <a:br>
              <a:rPr lang="en-US"/>
            </a:br>
            <a:r>
              <a:rPr lang="en-US"/>
              <a:t>(</a:t>
            </a:r>
            <a:r>
              <a:rPr lang="en-US" err="1"/>
              <a:t>i</a:t>
            </a:r>
            <a:r>
              <a:rPr lang="en-US"/>
              <a:t>) for decision, </a:t>
            </a:r>
            <a:br>
              <a:rPr lang="en-US"/>
            </a:br>
            <a:r>
              <a:rPr lang="en-US"/>
              <a:t>(ii) for input </a:t>
            </a:r>
            <a:br>
              <a:rPr lang="en-US"/>
            </a:br>
            <a:r>
              <a:rPr lang="en-US"/>
              <a:t>(iii) for awareness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E683597-5ADE-F2A0-A01C-FD8E476ABB8B}"/>
              </a:ext>
            </a:extLst>
          </p:cNvPr>
          <p:cNvSpPr/>
          <p:nvPr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7A99F019-A435-B954-ABA9-68CA4DD19B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pic>
        <p:nvPicPr>
          <p:cNvPr id="3" name="Picture 2" descr="Icon&#10;&#10;Description automatically generated with medium confidence">
            <a:extLst>
              <a:ext uri="{FF2B5EF4-FFF2-40B4-BE49-F238E27FC236}">
                <a16:creationId xmlns:a16="http://schemas.microsoft.com/office/drawing/2014/main" id="{81F87534-B1D7-C46B-9E66-8AC884393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68B13C-C35B-6F45-C01B-3C6267B26CED}"/>
              </a:ext>
            </a:extLst>
          </p:cNvPr>
          <p:cNvSpPr/>
          <p:nvPr/>
        </p:nvSpPr>
        <p:spPr bwMode="auto">
          <a:xfrm>
            <a:off x="523973" y="6107998"/>
            <a:ext cx="1806576" cy="505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Owner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7EAF8D-F928-6A87-2D9C-669CBF910AF3}"/>
              </a:ext>
            </a:extLst>
          </p:cNvPr>
          <p:cNvSpPr/>
          <p:nvPr/>
        </p:nvSpPr>
        <p:spPr bwMode="auto">
          <a:xfrm>
            <a:off x="523973" y="4557510"/>
            <a:ext cx="1806576" cy="1473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800" b="1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55555DC-AF4D-D959-E8F8-8DAA516CC473}"/>
              </a:ext>
            </a:extLst>
          </p:cNvPr>
          <p:cNvSpPr/>
          <p:nvPr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6" name="Picture 5" descr="Icon&#10;&#10;Description automatically generated with medium confidence">
            <a:extLst>
              <a:ext uri="{FF2B5EF4-FFF2-40B4-BE49-F238E27FC236}">
                <a16:creationId xmlns:a16="http://schemas.microsoft.com/office/drawing/2014/main" id="{3E07F268-9821-E4F1-853E-B3387EEAED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63711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/SPAD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AC59E1C-A015-4BA4-AB7D-EC00F37B815F}"/>
              </a:ext>
            </a:extLst>
          </p:cNvPr>
          <p:cNvSpPr/>
          <p:nvPr/>
        </p:nvSpPr>
        <p:spPr bwMode="auto">
          <a:xfrm>
            <a:off x="365126" y="1307574"/>
            <a:ext cx="1806576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EBA022-30B3-B17F-5D7C-3A3D869D35FA}"/>
              </a:ext>
            </a:extLst>
          </p:cNvPr>
          <p:cNvSpPr>
            <a:spLocks/>
          </p:cNvSpPr>
          <p:nvPr/>
        </p:nvSpPr>
        <p:spPr bwMode="auto">
          <a:xfrm>
            <a:off x="365126" y="2778690"/>
            <a:ext cx="1806576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Key questions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5A742C-A049-77AC-C2E5-4272D118CC96}"/>
              </a:ext>
            </a:extLst>
          </p:cNvPr>
          <p:cNvSpPr>
            <a:spLocks/>
          </p:cNvSpPr>
          <p:nvPr/>
        </p:nvSpPr>
        <p:spPr bwMode="auto">
          <a:xfrm>
            <a:off x="365126" y="4249806"/>
            <a:ext cx="1806576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Next steps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6507E6-44A7-B4B5-33F1-9F0C0DC0FDE1}"/>
              </a:ext>
            </a:extLst>
          </p:cNvPr>
          <p:cNvSpPr/>
          <p:nvPr/>
        </p:nvSpPr>
        <p:spPr bwMode="auto">
          <a:xfrm>
            <a:off x="365126" y="5720922"/>
            <a:ext cx="1806576" cy="363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Owner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73ECA-2D04-B6E9-1FB4-377F08AA5D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76886-926E-8975-E95D-5BCD6F82EE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E9B4D-B613-11AE-72F8-5A0C3EBFD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t>23 July 2026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ABB6F2-78D4-BCC3-D950-5FAF7FCB8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242888"/>
            <a:ext cx="7554912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topic / paper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A46E8B4-4C83-8DD1-80BB-CC03BD24AF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7554913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19B5E4-F2A8-7F44-855D-F41DDE3B3D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2450" y="694948"/>
            <a:ext cx="3649661" cy="352801"/>
          </a:xfrm>
        </p:spPr>
        <p:txBody>
          <a:bodyPr lIns="0" tIns="0" rIns="0" bIns="18000" anchor="b" anchorCtr="0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insert date of session 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72F201F-277F-F24E-085D-8160B5FF4CE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126" y="1777158"/>
            <a:ext cx="1695450" cy="926921"/>
          </a:xfrm>
          <a:prstGeom prst="rect">
            <a:avLst/>
          </a:prstGeom>
          <a:noFill/>
          <a:ln>
            <a:noFill/>
          </a:ln>
        </p:spPr>
        <p:txBody>
          <a:bodyPr lIns="72000" tIns="0" rIns="0" bIns="0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200">
                <a:solidFill>
                  <a:schemeClr val="bg2"/>
                </a:solidFill>
              </a:defRPr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Up to 5 clear, focused objectives </a:t>
            </a:r>
            <a:br>
              <a:rPr lang="en-US"/>
            </a:br>
            <a:r>
              <a:rPr lang="en-US"/>
              <a:t>(</a:t>
            </a:r>
            <a:r>
              <a:rPr lang="en-US" err="1"/>
              <a:t>i</a:t>
            </a:r>
            <a:r>
              <a:rPr lang="en-US"/>
              <a:t>) for decision, </a:t>
            </a:r>
            <a:br>
              <a:rPr lang="en-US"/>
            </a:br>
            <a:r>
              <a:rPr lang="en-US"/>
              <a:t>(ii) for input </a:t>
            </a:r>
            <a:br>
              <a:rPr lang="en-US"/>
            </a:br>
            <a:r>
              <a:rPr lang="en-US"/>
              <a:t>(iii) for awareness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D6FC89-B057-E6C5-C8EA-1FC8CB31B6CA}"/>
              </a:ext>
            </a:extLst>
          </p:cNvPr>
          <p:cNvSpPr/>
          <p:nvPr/>
        </p:nvSpPr>
        <p:spPr bwMode="auto">
          <a:xfrm>
            <a:off x="8172450" y="242888"/>
            <a:ext cx="3654425" cy="45205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54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800" b="1" kern="0">
                <a:solidFill>
                  <a:schemeClr val="tx2"/>
                </a:solidFill>
              </a:rPr>
              <a:t>Session date: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B166E02B-F260-FEAF-DDEB-67922AA11E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65126" y="3337172"/>
            <a:ext cx="1695450" cy="838023"/>
          </a:xfrm>
          <a:prstGeom prst="rect">
            <a:avLst/>
          </a:prstGeom>
          <a:noFill/>
          <a:ln>
            <a:noFill/>
          </a:ln>
        </p:spPr>
        <p:txBody>
          <a:bodyPr lIns="72000" tIns="0" rIns="0" bIns="0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200">
                <a:solidFill>
                  <a:schemeClr val="bg2"/>
                </a:solidFill>
              </a:defRPr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Up to 5 key questions to be addressed at the meeting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9EA22563-2363-AB1F-DC9F-7A5457933645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82C5C591-14F5-449A-187A-1D9A683E961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260405" y="1307574"/>
            <a:ext cx="9557738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144000" rIns="0" bIns="72000" anchor="t" anchorCtr="0">
            <a:no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100000"/>
              <a:buFont typeface="+mj-lt"/>
              <a:buAutoNum type="arabicPeriod"/>
              <a:defRPr sz="1200"/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DECISION: To seek X’s [single point accountable decision maker] decision to implement A</a:t>
            </a:r>
            <a:br>
              <a:rPr lang="en-US"/>
            </a:br>
            <a:r>
              <a:rPr lang="en-US"/>
              <a:t>INPUT: To receive input to the proposed plan for B</a:t>
            </a:r>
            <a:br>
              <a:rPr lang="en-US"/>
            </a:br>
            <a:r>
              <a:rPr lang="en-US"/>
              <a:t>AWARENESS: To update XXX regarding C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54077D3A-2E14-68B6-5E16-413475F36C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260405" y="2778690"/>
            <a:ext cx="9557738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144000" rIns="0" bIns="72000" anchor="t" anchorCtr="0">
            <a:no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100000"/>
              <a:buFont typeface="+mj-lt"/>
              <a:buAutoNum type="arabicPeriod"/>
              <a:defRPr sz="1200"/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Does XXX have further input on the proposals set out or require additional information?</a:t>
            </a:r>
            <a:br>
              <a:rPr lang="en-US"/>
            </a:br>
            <a:r>
              <a:rPr lang="en-US"/>
              <a:t>Is XXX supportive of the recommendation to x, y, z?</a:t>
            </a:r>
            <a:br>
              <a:rPr lang="en-US"/>
            </a:br>
            <a:r>
              <a:rPr lang="en-US"/>
              <a:t>Does XXX support the approach outlined to x, y, z?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5DE7D720-AF89-6DE4-D2E5-33C7B01B7E9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260405" y="4249806"/>
            <a:ext cx="9557738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144000" rIns="0" bIns="72000" anchor="t" anchorCtr="0">
            <a:no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100000"/>
              <a:buFont typeface="+mj-lt"/>
              <a:buAutoNum type="arabicPeriod"/>
              <a:defRPr sz="1200"/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Key steps following XXX review / decision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8C53FB3B-975B-80D5-29B3-81DC27DCAC8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260405" y="5720922"/>
            <a:ext cx="9557738" cy="363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36000" rIns="0" bIns="36000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None/>
              <a:defRPr sz="1200"/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Single person accountable for this topic / paper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9A99C6-B235-2720-3500-EE89CB56CE50}"/>
              </a:ext>
            </a:extLst>
          </p:cNvPr>
          <p:cNvSpPr/>
          <p:nvPr/>
        </p:nvSpPr>
        <p:spPr bwMode="auto">
          <a:xfrm>
            <a:off x="365126" y="1307574"/>
            <a:ext cx="1806576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E051E-8049-FCFD-A54B-E240AC53D1B2}"/>
              </a:ext>
            </a:extLst>
          </p:cNvPr>
          <p:cNvSpPr>
            <a:spLocks/>
          </p:cNvSpPr>
          <p:nvPr/>
        </p:nvSpPr>
        <p:spPr bwMode="auto">
          <a:xfrm>
            <a:off x="365126" y="2778690"/>
            <a:ext cx="1806576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Key questions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E8FC5E-A678-F4F9-6FC7-EEAB2E69AF78}"/>
              </a:ext>
            </a:extLst>
          </p:cNvPr>
          <p:cNvSpPr>
            <a:spLocks/>
          </p:cNvSpPr>
          <p:nvPr/>
        </p:nvSpPr>
        <p:spPr bwMode="auto">
          <a:xfrm>
            <a:off x="365126" y="4249806"/>
            <a:ext cx="1806576" cy="1396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26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Next steps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5B3DF6-C945-56A1-A6D2-AC4E6E31179A}"/>
              </a:ext>
            </a:extLst>
          </p:cNvPr>
          <p:cNvSpPr/>
          <p:nvPr/>
        </p:nvSpPr>
        <p:spPr bwMode="auto">
          <a:xfrm>
            <a:off x="365126" y="5720922"/>
            <a:ext cx="1806576" cy="3633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600" b="1">
                <a:solidFill>
                  <a:schemeClr val="tx2"/>
                </a:solidFill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8839E-C216-4873-F020-A965C577DAF8}"/>
              </a:ext>
            </a:extLst>
          </p:cNvPr>
          <p:cNvSpPr/>
          <p:nvPr/>
        </p:nvSpPr>
        <p:spPr bwMode="auto">
          <a:xfrm>
            <a:off x="8172450" y="242888"/>
            <a:ext cx="3654425" cy="45205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54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US" sz="1800" b="1" kern="0">
                <a:solidFill>
                  <a:schemeClr val="tx2"/>
                </a:solidFill>
              </a:rPr>
              <a:t>Session date: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1D1E881-0EAE-876E-66F9-7BE9CD740E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65126" y="3337172"/>
            <a:ext cx="1695450" cy="838023"/>
          </a:xfrm>
          <a:prstGeom prst="rect">
            <a:avLst/>
          </a:prstGeom>
          <a:noFill/>
          <a:ln>
            <a:noFill/>
          </a:ln>
        </p:spPr>
        <p:txBody>
          <a:bodyPr lIns="72000" tIns="0" rIns="0" bIns="0" anchor="ctr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200">
                <a:solidFill>
                  <a:schemeClr val="bg2"/>
                </a:solidFill>
              </a:defRPr>
            </a:lvl1pPr>
            <a:lvl2pPr marL="357542" indent="0">
              <a:buNone/>
              <a:defRPr/>
            </a:lvl2pPr>
          </a:lstStyle>
          <a:p>
            <a:pPr lvl="0"/>
            <a:r>
              <a:rPr lang="en-US"/>
              <a:t>Up to 5 key questions to be addressed at the meeting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4A7AA8-50D7-2FFC-F51D-207317C17DEF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71611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00430-8A32-4EA0-BAD1-A7727B81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2794-638D-4328-B0BC-C610FB243ADC}" type="datetime4">
              <a:rPr lang="en-GB" smtClean="0"/>
              <a:t>23 July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6E0BB-62AD-47AF-909C-4F33FB56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EE5C-8451-457A-BD36-F438731D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1071252-BD8E-4D3D-BF35-8427544DDF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3176" y="242888"/>
            <a:ext cx="6712112" cy="5848350"/>
          </a:xfrm>
        </p:spPr>
        <p:txBody>
          <a:bodyPr lIns="0" tIns="406800" rIns="0" bIns="180000" anchor="t">
            <a:noAutofit/>
          </a:bodyPr>
          <a:lstStyle>
            <a:lvl1pPr marL="720000" indent="-720000"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Pct val="100000"/>
              <a:buFont typeface="+mj-lt"/>
              <a:buAutoNum type="arabicPeriod"/>
              <a:defRPr sz="2800"/>
            </a:lvl1pPr>
            <a:lvl2pPr marL="814742" indent="-457200">
              <a:buClr>
                <a:schemeClr val="tx2"/>
              </a:buClr>
              <a:buFont typeface="+mj-lt"/>
              <a:buAutoNum type="arabicPeriod"/>
              <a:defRPr/>
            </a:lvl2pPr>
            <a:lvl3pPr marL="1177182" indent="-457200">
              <a:buClr>
                <a:schemeClr val="tx2"/>
              </a:buClr>
              <a:buFont typeface="+mj-lt"/>
              <a:buAutoNum type="arabicPeriod"/>
              <a:defRPr/>
            </a:lvl3pPr>
            <a:lvl4pPr>
              <a:buClr>
                <a:schemeClr val="tx2"/>
              </a:buClr>
              <a:buFont typeface="+mj-lt"/>
              <a:buAutoNum type="arabicPeriod"/>
              <a:defRPr/>
            </a:lvl4pPr>
            <a:lvl5pPr>
              <a:buClr>
                <a:schemeClr val="tx2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en-GB"/>
              <a:t>Agenda point 1, add text here.</a:t>
            </a:r>
            <a:br>
              <a:rPr lang="en-GB"/>
            </a:br>
            <a:r>
              <a:rPr lang="en-GB"/>
              <a:t>Agenda point 2, add text here.</a:t>
            </a:r>
            <a:br>
              <a:rPr lang="en-GB"/>
            </a:br>
            <a:r>
              <a:rPr lang="en-GB"/>
              <a:t>Agenda point 3, add text here.</a:t>
            </a:r>
            <a:br>
              <a:rPr lang="en-GB"/>
            </a:br>
            <a:r>
              <a:rPr lang="en-GB"/>
              <a:t>Agenda point 4, add text here.</a:t>
            </a:r>
            <a:br>
              <a:rPr lang="en-GB"/>
            </a:br>
            <a:r>
              <a:rPr lang="en-GB"/>
              <a:t>Agenda point 5, add text here.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630E13A-9E76-B161-1416-CBE84BD2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474805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202868D-ACDF-6434-3575-872690D6A7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47480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74B05C-AADA-DE64-7CCE-6E374DE8A947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6F1642B-8EED-A6CF-BBC5-B42CE4EBF309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058903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D48070-D695-60C2-898C-9832D9369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11162"/>
            <a:ext cx="11460164" cy="4484800"/>
          </a:xfrm>
          <a:custGeom>
            <a:avLst/>
            <a:gdLst>
              <a:gd name="connsiteX0" fmla="*/ 185682 w 11460164"/>
              <a:gd name="connsiteY0" fmla="*/ 0 h 4484800"/>
              <a:gd name="connsiteX1" fmla="*/ 11274482 w 11460164"/>
              <a:gd name="connsiteY1" fmla="*/ 0 h 4484800"/>
              <a:gd name="connsiteX2" fmla="*/ 11460164 w 11460164"/>
              <a:gd name="connsiteY2" fmla="*/ 185682 h 4484800"/>
              <a:gd name="connsiteX3" fmla="*/ 11460164 w 11460164"/>
              <a:gd name="connsiteY3" fmla="*/ 456183 h 4484800"/>
              <a:gd name="connsiteX4" fmla="*/ 11460164 w 11460164"/>
              <a:gd name="connsiteY4" fmla="*/ 715601 h 4484800"/>
              <a:gd name="connsiteX5" fmla="*/ 11460164 w 11460164"/>
              <a:gd name="connsiteY5" fmla="*/ 4299118 h 4484800"/>
              <a:gd name="connsiteX6" fmla="*/ 11274482 w 11460164"/>
              <a:gd name="connsiteY6" fmla="*/ 4484800 h 4484800"/>
              <a:gd name="connsiteX7" fmla="*/ 185682 w 11460164"/>
              <a:gd name="connsiteY7" fmla="*/ 4484800 h 4484800"/>
              <a:gd name="connsiteX8" fmla="*/ 0 w 11460164"/>
              <a:gd name="connsiteY8" fmla="*/ 4299118 h 4484800"/>
              <a:gd name="connsiteX9" fmla="*/ 0 w 11460164"/>
              <a:gd name="connsiteY9" fmla="*/ 715601 h 4484800"/>
              <a:gd name="connsiteX10" fmla="*/ 0 w 11460164"/>
              <a:gd name="connsiteY10" fmla="*/ 456183 h 4484800"/>
              <a:gd name="connsiteX11" fmla="*/ 0 w 11460164"/>
              <a:gd name="connsiteY11" fmla="*/ 185682 h 4484800"/>
              <a:gd name="connsiteX12" fmla="*/ 185682 w 11460164"/>
              <a:gd name="connsiteY12" fmla="*/ 0 h 44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60164" h="4484800">
                <a:moveTo>
                  <a:pt x="185682" y="0"/>
                </a:moveTo>
                <a:lnTo>
                  <a:pt x="11274482" y="0"/>
                </a:lnTo>
                <a:cubicBezTo>
                  <a:pt x="11377031" y="0"/>
                  <a:pt x="11460164" y="83133"/>
                  <a:pt x="11460164" y="185682"/>
                </a:cubicBezTo>
                <a:lnTo>
                  <a:pt x="11460164" y="456183"/>
                </a:lnTo>
                <a:lnTo>
                  <a:pt x="11460164" y="715601"/>
                </a:lnTo>
                <a:lnTo>
                  <a:pt x="11460164" y="4299118"/>
                </a:lnTo>
                <a:cubicBezTo>
                  <a:pt x="11460164" y="4401667"/>
                  <a:pt x="11377031" y="4484800"/>
                  <a:pt x="11274482" y="4484800"/>
                </a:cubicBezTo>
                <a:lnTo>
                  <a:pt x="185682" y="4484800"/>
                </a:lnTo>
                <a:cubicBezTo>
                  <a:pt x="83133" y="4484800"/>
                  <a:pt x="0" y="4401667"/>
                  <a:pt x="0" y="4299118"/>
                </a:cubicBezTo>
                <a:lnTo>
                  <a:pt x="0" y="715601"/>
                </a:lnTo>
                <a:lnTo>
                  <a:pt x="0" y="456183"/>
                </a:lnTo>
                <a:lnTo>
                  <a:pt x="0" y="185682"/>
                </a:lnTo>
                <a:cubicBezTo>
                  <a:pt x="0" y="83133"/>
                  <a:pt x="83133" y="0"/>
                  <a:pt x="1856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36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outside of grey holder please reduce the size of the font.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65125" y="5792438"/>
            <a:ext cx="11460164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B731B-8FAA-4A1B-8740-D7002967C1C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B124F8D-6A21-41BB-B641-CA493D4F9456}" type="datetime4">
              <a:rPr lang="en-GB" smtClean="0"/>
              <a:t>23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84BE9-25CA-45B1-9061-9DCABA70A1E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0296A1-E119-4AEC-80A5-65FD719F96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C0D48C-007D-FEEC-D1DF-C0089187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F6E4BF1-5B10-6CC3-60CB-FA773CAB8A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99DCD39-6F77-D442-9C41-7FE9A4CBB7FE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0002D55-6A06-5683-C312-CA5DFDAEEB11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93489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65125" y="5792438"/>
            <a:ext cx="11460163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51742-951B-4B8B-93F8-F6814A0074E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397F4CD0-83C1-4C99-A2BD-6DA4A1CC9D00}" type="datetime4">
              <a:rPr lang="en-GB" smtClean="0"/>
              <a:t>23 July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4920F6-7DEA-40DB-B124-F0789E5604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B722-CBB2-49EC-937E-10206DEB6BD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E53DDB-FDB6-66D3-FC50-5426FF978D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03338"/>
            <a:ext cx="11460163" cy="448945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enter TEXT content ONLY. </a:t>
            </a:r>
            <a:br>
              <a:rPr lang="en-US"/>
            </a:br>
            <a:r>
              <a:rPr lang="en-US"/>
              <a:t>If text content appears too large please reduce the size of this font.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7A86B9-637F-F18A-3604-5A44F7C4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A89E078-B97D-529E-FF83-DF5AD69D5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D601A5-6CEE-D258-CCEB-85D1BB27BD87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CA69924-8312-93A7-5F21-75AD30BAD2DF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9746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65456" y="1303338"/>
            <a:ext cx="11460701" cy="399600"/>
          </a:xfrm>
          <a:prstGeom prst="rect">
            <a:avLst/>
          </a:prstGeom>
        </p:spPr>
        <p:txBody>
          <a:bodyPr lIns="36000" tIns="36000" rIns="36000" bIns="36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361942" indent="0">
              <a:buNone/>
              <a:defRPr/>
            </a:lvl2pPr>
            <a:lvl3pPr marL="711182" indent="0">
              <a:buNone/>
              <a:defRPr/>
            </a:lvl3pPr>
            <a:lvl4pPr marL="1087939" indent="0">
              <a:buNone/>
              <a:defRPr/>
            </a:lvl4pPr>
            <a:lvl5pPr marL="1473163" indent="0">
              <a:buNone/>
              <a:defRPr/>
            </a:lvl5pPr>
          </a:lstStyle>
          <a:p>
            <a:pPr lvl="0"/>
            <a:r>
              <a:rPr lang="en-GB"/>
              <a:t>Click to enter subheading text 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65125" y="5792438"/>
            <a:ext cx="11460164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75D1F-3C7D-443F-9C73-9160E439AE1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C36D2BF-D8B1-4705-ABD7-209D78E9EBFF}" type="datetime4">
              <a:rPr lang="en-GB" smtClean="0"/>
              <a:t>23 July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0FAE2-40C5-48E8-A896-0682681B6AC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F230C5-C173-4CDF-8F46-DDF8D7240B6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07AE8-19F2-04D9-93C9-C4F2357C2A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5125" y="1702938"/>
            <a:ext cx="11460163" cy="4089850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edit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BDB392-CCE1-B2F2-5843-4AF9AE7D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D93444-D1FE-4C3C-7B81-D2693144C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5A9796-316D-7A43-F981-F6A071B72BBE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B1F1611-ED93-9CD1-6AD6-199DF0E35EEA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11746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303338"/>
            <a:ext cx="3652838" cy="4477804"/>
          </a:xfrm>
          <a:prstGeom prst="roundRect">
            <a:avLst>
              <a:gd name="adj" fmla="val 497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8172451" y="5791943"/>
            <a:ext cx="3652837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1A55F3-CAC9-450A-8B8C-0D032608240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9AF67FF-E09E-42E7-8CF4-0C88178FECBB}" type="datetime4">
              <a:rPr lang="en-GB" smtClean="0"/>
              <a:t>23 July 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A6F4AF4-B7CB-44A2-A774-A5EE13FDE7C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65125" y="5791943"/>
            <a:ext cx="7554913" cy="29929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5125" y="1303338"/>
            <a:ext cx="7554913" cy="4478337"/>
          </a:xfrm>
        </p:spPr>
        <p:txBody>
          <a:bodyPr lIns="36000" tIns="90000" rIns="36000" bIns="36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B8038B8-901B-5BEE-8CE6-19D62D27912A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61908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5768D83-B8CA-09C4-C389-ACE31191A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5125" y="1303338"/>
            <a:ext cx="3916881" cy="4477804"/>
          </a:xfrm>
          <a:custGeom>
            <a:avLst/>
            <a:gdLst>
              <a:gd name="connsiteX0" fmla="*/ 167483 w 3916881"/>
              <a:gd name="connsiteY0" fmla="*/ 0 h 4477804"/>
              <a:gd name="connsiteX1" fmla="*/ 3485355 w 3916881"/>
              <a:gd name="connsiteY1" fmla="*/ 0 h 4477804"/>
              <a:gd name="connsiteX2" fmla="*/ 3652838 w 3916881"/>
              <a:gd name="connsiteY2" fmla="*/ 167483 h 4477804"/>
              <a:gd name="connsiteX3" fmla="*/ 3652838 w 3916881"/>
              <a:gd name="connsiteY3" fmla="*/ 517226 h 4477804"/>
              <a:gd name="connsiteX4" fmla="*/ 3912021 w 3916881"/>
              <a:gd name="connsiteY4" fmla="*/ 791524 h 4477804"/>
              <a:gd name="connsiteX5" fmla="*/ 3912021 w 3916881"/>
              <a:gd name="connsiteY5" fmla="*/ 802323 h 4477804"/>
              <a:gd name="connsiteX6" fmla="*/ 3652838 w 3916881"/>
              <a:gd name="connsiteY6" fmla="*/ 1076623 h 4477804"/>
              <a:gd name="connsiteX7" fmla="*/ 3652838 w 3916881"/>
              <a:gd name="connsiteY7" fmla="*/ 4310321 h 4477804"/>
              <a:gd name="connsiteX8" fmla="*/ 3485355 w 3916881"/>
              <a:gd name="connsiteY8" fmla="*/ 4477804 h 4477804"/>
              <a:gd name="connsiteX9" fmla="*/ 167483 w 3916881"/>
              <a:gd name="connsiteY9" fmla="*/ 4477804 h 4477804"/>
              <a:gd name="connsiteX10" fmla="*/ 0 w 3916881"/>
              <a:gd name="connsiteY10" fmla="*/ 4310321 h 4477804"/>
              <a:gd name="connsiteX11" fmla="*/ 0 w 3916881"/>
              <a:gd name="connsiteY11" fmla="*/ 167483 h 4477804"/>
              <a:gd name="connsiteX12" fmla="*/ 167483 w 3916881"/>
              <a:gd name="connsiteY12" fmla="*/ 0 h 447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16881" h="4477804">
                <a:moveTo>
                  <a:pt x="167483" y="0"/>
                </a:moveTo>
                <a:lnTo>
                  <a:pt x="3485355" y="0"/>
                </a:lnTo>
                <a:cubicBezTo>
                  <a:pt x="3577853" y="0"/>
                  <a:pt x="3652838" y="74985"/>
                  <a:pt x="3652838" y="167483"/>
                </a:cubicBezTo>
                <a:lnTo>
                  <a:pt x="3652838" y="517226"/>
                </a:lnTo>
                <a:cubicBezTo>
                  <a:pt x="3652838" y="659776"/>
                  <a:pt x="3745710" y="746167"/>
                  <a:pt x="3912021" y="791524"/>
                </a:cubicBezTo>
                <a:cubicBezTo>
                  <a:pt x="3918501" y="793683"/>
                  <a:pt x="3918501" y="800164"/>
                  <a:pt x="3912021" y="802323"/>
                </a:cubicBezTo>
                <a:cubicBezTo>
                  <a:pt x="3745710" y="847679"/>
                  <a:pt x="3652838" y="934073"/>
                  <a:pt x="3652838" y="1076623"/>
                </a:cubicBezTo>
                <a:lnTo>
                  <a:pt x="3652838" y="4310321"/>
                </a:lnTo>
                <a:cubicBezTo>
                  <a:pt x="3652838" y="4402819"/>
                  <a:pt x="3577853" y="4477804"/>
                  <a:pt x="3485355" y="4477804"/>
                </a:cubicBezTo>
                <a:lnTo>
                  <a:pt x="167483" y="4477804"/>
                </a:lnTo>
                <a:cubicBezTo>
                  <a:pt x="74985" y="4477804"/>
                  <a:pt x="0" y="4402819"/>
                  <a:pt x="0" y="4310321"/>
                </a:cubicBezTo>
                <a:lnTo>
                  <a:pt x="0" y="167483"/>
                </a:lnTo>
                <a:cubicBezTo>
                  <a:pt x="0" y="74985"/>
                  <a:pt x="74985" y="0"/>
                  <a:pt x="167483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36000" tIns="36000" rIns="360000" bIns="36000">
            <a:noAutofit/>
          </a:bodyPr>
          <a:lstStyle>
            <a:lvl1pPr marL="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 marL="357542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719982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1081424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 marL="1439964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365125" y="5791943"/>
            <a:ext cx="3652837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1A55F3-CAC9-450A-8B8C-0D032608240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9AF67FF-E09E-42E7-8CF4-0C88178FECBB}" type="datetime4">
              <a:rPr lang="en-GB" smtClean="0"/>
              <a:t>23 July 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A6F4AF4-B7CB-44A2-A774-A5EE13FDE7C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4270374" y="5791943"/>
            <a:ext cx="7554913" cy="29929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70374" y="1303338"/>
            <a:ext cx="7554913" cy="4478337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FAEA03D-D3A8-FC8F-37D0-7EAB8EC481ED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25095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A35D6C9-1CA0-9878-3F7C-4F790C689C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3000" y="1303338"/>
            <a:ext cx="5602288" cy="4488605"/>
          </a:xfrm>
          <a:prstGeom prst="roundRect">
            <a:avLst>
              <a:gd name="adj" fmla="val 414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37B329-27DE-51CE-F4B6-EB1199B217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125" y="1303338"/>
            <a:ext cx="5601600" cy="4488605"/>
          </a:xfrm>
          <a:prstGeom prst="roundRect">
            <a:avLst>
              <a:gd name="adj" fmla="val 39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 marL="0" indent="0">
              <a:buNone/>
              <a:defRPr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365125" y="5791943"/>
            <a:ext cx="5607050" cy="29929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216325" y="5792438"/>
            <a:ext cx="5608963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E3DBB-00A9-4F08-A07C-9ED9733E007D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2390426-9D2D-4F00-A428-511448A9836C}" type="datetime4">
              <a:rPr lang="en-GB" smtClean="0"/>
              <a:t>23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37A7E-4BE8-4B01-BC5B-6FE33BA2DB0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7596A-DFCB-4141-B4D9-E8297363009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D8B1503-3382-4C3A-A672-A88D048E0DA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19100" y="1454538"/>
            <a:ext cx="5493650" cy="781200"/>
          </a:xfrm>
          <a:prstGeom prst="rect">
            <a:avLst/>
          </a:prstGeom>
        </p:spPr>
        <p:txBody>
          <a:bodyPr wrap="square" lIns="36000" tIns="36000" rIns="36000" bIns="36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CC1C57B-5831-4901-8605-655DBB075B2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77344" y="1454538"/>
            <a:ext cx="5493600" cy="781200"/>
          </a:xfrm>
          <a:prstGeom prst="rect">
            <a:avLst/>
          </a:prstGeom>
        </p:spPr>
        <p:txBody>
          <a:bodyPr wrap="square" lIns="36000" tIns="36000" rIns="36000" bIns="36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B8AF01B-B7EE-69F0-3113-1E07C2D5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0D87C1-85C7-40B7-3EF5-0997E04A30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DBE383-AB10-CC3B-D342-10443E02C937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E7A351A-B15B-3DA1-263F-714BB7432559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53087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, Title and Subtitle (16x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2106790" y="1303338"/>
            <a:ext cx="7978421" cy="4487862"/>
          </a:xfrm>
          <a:prstGeom prst="roundRect">
            <a:avLst>
              <a:gd name="adj" fmla="val 39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08000" tIns="1008000">
            <a:noAutofit/>
          </a:bodyPr>
          <a:lstStyle>
            <a:lvl1pPr marL="0" indent="0" algn="ctr"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on the film icon to insert video]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92204-289D-4897-A24D-92B4E89E41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42D3BA-5EF1-4DB6-ACB2-E19A79A4A64E}" type="datetime4">
              <a:rPr lang="en-GB" smtClean="0"/>
              <a:t>23 July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A5764-43D8-49B1-8CCF-1E44D258B4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25ACE-65A6-48E3-AD24-12A240BC4B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9DC526-9754-7DE6-EAC5-B9EB6B6E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9C0347F-097D-6010-8D87-88D141F8B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123D2E9-B2C7-255F-E578-0BCEF8C8BF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5125" y="5792438"/>
            <a:ext cx="11460163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3180677-148E-F381-0168-9327D51EF5CE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E10F851-9956-BDE2-1DA3-0125BE310B9D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3506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Widescreen (16x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344A2-1C9C-FB10-07A8-CED6CF0274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242888" y="242888"/>
            <a:ext cx="11352439" cy="6384013"/>
          </a:xfrm>
          <a:prstGeom prst="roundRect">
            <a:avLst>
              <a:gd name="adj" fmla="val 29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08000" tIns="108000" bIns="1224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on the film icon to insert video]</a:t>
            </a:r>
          </a:p>
        </p:txBody>
      </p:sp>
    </p:spTree>
    <p:extLst>
      <p:ext uri="{BB962C8B-B14F-4D97-AF65-F5344CB8AC3E}">
        <p14:creationId xmlns:p14="http://schemas.microsoft.com/office/powerpoint/2010/main" val="26595063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1303338"/>
            <a:ext cx="3652838" cy="4787862"/>
          </a:xfrm>
          <a:prstGeom prst="roundRect">
            <a:avLst>
              <a:gd name="adj" fmla="val 50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80000" tIns="576000" bIns="72000" anchor="ctr">
            <a:noAutofit/>
          </a:bodyPr>
          <a:lstStyle>
            <a:lvl1pPr marL="0" indent="0" algn="ctr">
              <a:buNone/>
              <a:defRPr sz="20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[The image can then be scaled within the frame by using the ‘Crop’ feature in the ‘Picture Format’ tab of the ribbon.</a:t>
            </a:r>
            <a:r>
              <a:rPr lang="en-US"/>
              <a:t>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490737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/>
            </a:lvl1pPr>
            <a:lvl2pPr marL="357542" indent="0">
              <a:buClr>
                <a:schemeClr val="tx1"/>
              </a:buClr>
              <a:buFont typeface="Arial" panose="020B0604020202020204" pitchFamily="34" charset="0"/>
              <a:buNone/>
              <a:defRPr/>
            </a:lvl2pPr>
            <a:lvl3pPr marL="719982" indent="0">
              <a:buClr>
                <a:schemeClr val="tx1"/>
              </a:buClr>
              <a:buFont typeface="Arial" panose="020B0604020202020204" pitchFamily="34" charset="0"/>
              <a:buNone/>
              <a:defRPr/>
            </a:lvl3pPr>
            <a:lvl4pPr marL="1081424" indent="0">
              <a:buClr>
                <a:schemeClr val="tx1"/>
              </a:buClr>
              <a:buFont typeface="Arial" panose="020B0604020202020204" pitchFamily="34" charset="0"/>
              <a:buNone/>
              <a:defRPr/>
            </a:lvl4pPr>
            <a:lvl5pPr marL="1439964" indent="0">
              <a:buClr>
                <a:schemeClr val="tx1"/>
              </a:buCl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E8257-6B8C-4088-985E-4C3DCEE9DEB1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E018087B-459D-4729-B449-CCF6702E8E13}" type="datetime4">
              <a:rPr lang="en-GB" smtClean="0"/>
              <a:t>23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02AE1-2317-4E5A-B166-4104FA8F071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9C632-48DD-68F1-C98B-0AA2BE39A1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5" y="5792400"/>
            <a:ext cx="7555231" cy="2988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357542" indent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719982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081424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1439964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B623F-E1ED-BC6F-EAB9-2F7C7BB5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5B934E4-D94D-494D-8E16-6927D2105C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C03FD5-9F96-2D56-07D6-C43A8485D860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35E16B8-17D3-543D-006C-0A00D7BCD6B2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9027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10E2EBD-4DBA-A411-89A3-C363C68F9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6079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10E2EBD-4DBA-A411-89A3-C363C68F9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489062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20E7F-C0E1-48FE-9205-5741B91C8E6F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E9163369-E20E-4F1F-9100-6DD4DDB346C3}" type="datetime4">
              <a:rPr lang="en-GB" smtClean="0"/>
              <a:t>23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227CF-7C01-4C8F-A012-E6EC9EFFB1B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219C323-6E00-D14B-433A-AFFED48030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88000"/>
          </a:xfrm>
          <a:custGeom>
            <a:avLst/>
            <a:gdLst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26638 w 7554913"/>
              <a:gd name="connsiteY8" fmla="*/ 1402309 h 4788000"/>
              <a:gd name="connsiteX9" fmla="*/ 807326 w 7554913"/>
              <a:gd name="connsiteY9" fmla="*/ 937371 h 4788000"/>
              <a:gd name="connsiteX10" fmla="*/ 850924 w 7554913"/>
              <a:gd name="connsiteY10" fmla="*/ 893772 h 4788000"/>
              <a:gd name="connsiteX11" fmla="*/ 850924 w 7554913"/>
              <a:gd name="connsiteY11" fmla="*/ 639447 h 4788000"/>
              <a:gd name="connsiteX12" fmla="*/ 1360669 w 7554913"/>
              <a:gd name="connsiteY12" fmla="*/ 12872 h 4788000"/>
              <a:gd name="connsiteX13" fmla="*/ 1482160 w 7554913"/>
              <a:gd name="connsiteY13" fmla="*/ 815 h 4788000"/>
              <a:gd name="connsiteX14" fmla="*/ 1697038 w 7554913"/>
              <a:gd name="connsiteY14" fmla="*/ 815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8000">
                <a:moveTo>
                  <a:pt x="1697038" y="0"/>
                </a:moveTo>
                <a:lnTo>
                  <a:pt x="7378379" y="0"/>
                </a:lnTo>
                <a:cubicBezTo>
                  <a:pt x="7475876" y="0"/>
                  <a:pt x="7554913" y="79037"/>
                  <a:pt x="7554913" y="176534"/>
                </a:cubicBezTo>
                <a:lnTo>
                  <a:pt x="7554913" y="4611466"/>
                </a:lnTo>
                <a:cubicBezTo>
                  <a:pt x="7554913" y="4708963"/>
                  <a:pt x="7475876" y="4788000"/>
                  <a:pt x="7378379" y="4788000"/>
                </a:cubicBezTo>
                <a:lnTo>
                  <a:pt x="176534" y="4788000"/>
                </a:lnTo>
                <a:cubicBezTo>
                  <a:pt x="79037" y="4788000"/>
                  <a:pt x="0" y="4708963"/>
                  <a:pt x="0" y="4611466"/>
                </a:cubicBezTo>
                <a:lnTo>
                  <a:pt x="0" y="1552711"/>
                </a:lnTo>
                <a:cubicBezTo>
                  <a:pt x="8759" y="1063964"/>
                  <a:pt x="590287" y="923198"/>
                  <a:pt x="807326" y="937371"/>
                </a:cubicBezTo>
                <a:cubicBezTo>
                  <a:pt x="836392" y="937371"/>
                  <a:pt x="850924" y="915573"/>
                  <a:pt x="850924" y="893772"/>
                </a:cubicBezTo>
                <a:lnTo>
                  <a:pt x="850924" y="639447"/>
                </a:lnTo>
                <a:cubicBezTo>
                  <a:pt x="850924" y="327898"/>
                  <a:pt x="1067897" y="71983"/>
                  <a:pt x="1360669" y="12872"/>
                </a:cubicBezTo>
                <a:lnTo>
                  <a:pt x="1482160" y="815"/>
                </a:lnTo>
                <a:lnTo>
                  <a:pt x="1697038" y="815"/>
                </a:lnTo>
                <a:lnTo>
                  <a:pt x="169703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407D7-26D4-4453-5DC7-A7011EC7E2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6" y="5792400"/>
            <a:ext cx="3653156" cy="2988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B84926-EEA3-D13A-C1FB-3FEC18A7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1464933-1F00-DED1-00C8-C81A38AE38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DCCF40-1773-437E-7AB4-DDD201CB4D42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754CC1B-BB75-5C08-0EF4-46094143150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96079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4" progId="TCLayout.ActiveDocument.1">
                  <p:embed/>
                </p:oleObj>
              </mc:Choice>
              <mc:Fallback>
                <p:oleObj name="think-cell Slide" r:id="rId6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754CC1B-BB75-5C08-0EF4-4609414315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9A05D5A-9CCC-5188-4E3A-BF14F2F84135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96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489062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20E7F-C0E1-48FE-9205-5741B91C8E6F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B729584D-3365-47B8-9AC0-24723AB0A2D0}" type="datetime4">
              <a:rPr lang="en-GB" smtClean="0"/>
              <a:t>23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227CF-7C01-4C8F-A012-E6EC9EFFB1B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8DB8D52-5A42-AF02-A231-C38CC50C6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87900"/>
          </a:xfrm>
          <a:custGeom>
            <a:avLst/>
            <a:gdLst>
              <a:gd name="connsiteX0" fmla="*/ 176482 w 7554913"/>
              <a:gd name="connsiteY0" fmla="*/ 0 h 4787900"/>
              <a:gd name="connsiteX1" fmla="*/ 7378431 w 7554913"/>
              <a:gd name="connsiteY1" fmla="*/ 0 h 4787900"/>
              <a:gd name="connsiteX2" fmla="*/ 7554913 w 7554913"/>
              <a:gd name="connsiteY2" fmla="*/ 176482 h 4787900"/>
              <a:gd name="connsiteX3" fmla="*/ 7554913 w 7554913"/>
              <a:gd name="connsiteY3" fmla="*/ 4611418 h 4787900"/>
              <a:gd name="connsiteX4" fmla="*/ 7378431 w 7554913"/>
              <a:gd name="connsiteY4" fmla="*/ 4787900 h 4787900"/>
              <a:gd name="connsiteX5" fmla="*/ 176482 w 7554913"/>
              <a:gd name="connsiteY5" fmla="*/ 4787900 h 4787900"/>
              <a:gd name="connsiteX6" fmla="*/ 0 w 7554913"/>
              <a:gd name="connsiteY6" fmla="*/ 4611418 h 4787900"/>
              <a:gd name="connsiteX7" fmla="*/ 0 w 7554913"/>
              <a:gd name="connsiteY7" fmla="*/ 2799479 h 4787900"/>
              <a:gd name="connsiteX8" fmla="*/ 3012 w 7554913"/>
              <a:gd name="connsiteY8" fmla="*/ 2763995 h 4787900"/>
              <a:gd name="connsiteX9" fmla="*/ 415133 w 7554913"/>
              <a:gd name="connsiteY9" fmla="*/ 2402680 h 4787900"/>
              <a:gd name="connsiteX10" fmla="*/ 415133 w 7554913"/>
              <a:gd name="connsiteY10" fmla="*/ 2385217 h 4787900"/>
              <a:gd name="connsiteX11" fmla="*/ 3012 w 7554913"/>
              <a:gd name="connsiteY11" fmla="*/ 2023907 h 4787900"/>
              <a:gd name="connsiteX12" fmla="*/ 0 w 7554913"/>
              <a:gd name="connsiteY12" fmla="*/ 1988423 h 4787900"/>
              <a:gd name="connsiteX13" fmla="*/ 0 w 7554913"/>
              <a:gd name="connsiteY13" fmla="*/ 176482 h 4787900"/>
              <a:gd name="connsiteX14" fmla="*/ 176482 w 7554913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7900">
                <a:moveTo>
                  <a:pt x="176482" y="0"/>
                </a:moveTo>
                <a:lnTo>
                  <a:pt x="7378431" y="0"/>
                </a:lnTo>
                <a:cubicBezTo>
                  <a:pt x="7475899" y="0"/>
                  <a:pt x="7554913" y="79014"/>
                  <a:pt x="7554913" y="176482"/>
                </a:cubicBezTo>
                <a:lnTo>
                  <a:pt x="7554913" y="4611418"/>
                </a:lnTo>
                <a:cubicBezTo>
                  <a:pt x="7554913" y="4708886"/>
                  <a:pt x="7475899" y="4787900"/>
                  <a:pt x="7378431" y="4787900"/>
                </a:cubicBezTo>
                <a:lnTo>
                  <a:pt x="176482" y="4787900"/>
                </a:lnTo>
                <a:cubicBezTo>
                  <a:pt x="79014" y="4787900"/>
                  <a:pt x="0" y="4708886"/>
                  <a:pt x="0" y="4611418"/>
                </a:cubicBezTo>
                <a:lnTo>
                  <a:pt x="0" y="2799479"/>
                </a:lnTo>
                <a:lnTo>
                  <a:pt x="3012" y="2763995"/>
                </a:lnTo>
                <a:cubicBezTo>
                  <a:pt x="35433" y="2581833"/>
                  <a:pt x="179824" y="2466853"/>
                  <a:pt x="415133" y="2402680"/>
                </a:cubicBezTo>
                <a:cubicBezTo>
                  <a:pt x="425612" y="2399188"/>
                  <a:pt x="425612" y="2388709"/>
                  <a:pt x="415133" y="2385217"/>
                </a:cubicBezTo>
                <a:cubicBezTo>
                  <a:pt x="179824" y="2321043"/>
                  <a:pt x="35433" y="2206068"/>
                  <a:pt x="3012" y="2023907"/>
                </a:cubicBezTo>
                <a:lnTo>
                  <a:pt x="0" y="1988423"/>
                </a:lnTo>
                <a:lnTo>
                  <a:pt x="0" y="176482"/>
                </a:lnTo>
                <a:cubicBezTo>
                  <a:pt x="0" y="79014"/>
                  <a:pt x="79014" y="0"/>
                  <a:pt x="1764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407D7-26D4-4453-5DC7-A7011EC7E2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6" y="5792400"/>
            <a:ext cx="3653156" cy="2988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744E32-9E6E-5A11-A7A0-D8AFCFED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9AF8F91-23D2-DD88-482D-7FAFF27C51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B64EB2-7F66-5CCC-3945-F5156896877F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C5B506-7665-AFF6-5244-82648A658A87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7138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FB8F13-AB38-63DB-D1F1-86B6EF73DD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242888"/>
            <a:ext cx="3652838" cy="5848312"/>
          </a:xfrm>
          <a:custGeom>
            <a:avLst/>
            <a:gdLst>
              <a:gd name="connsiteX0" fmla="*/ 190569 w 3652838"/>
              <a:gd name="connsiteY0" fmla="*/ 0 h 5848312"/>
              <a:gd name="connsiteX1" fmla="*/ 3462269 w 3652838"/>
              <a:gd name="connsiteY1" fmla="*/ 0 h 5848312"/>
              <a:gd name="connsiteX2" fmla="*/ 3652838 w 3652838"/>
              <a:gd name="connsiteY2" fmla="*/ 190569 h 5848312"/>
              <a:gd name="connsiteX3" fmla="*/ 3652838 w 3652838"/>
              <a:gd name="connsiteY3" fmla="*/ 5657743 h 5848312"/>
              <a:gd name="connsiteX4" fmla="*/ 3462269 w 3652838"/>
              <a:gd name="connsiteY4" fmla="*/ 5848312 h 5848312"/>
              <a:gd name="connsiteX5" fmla="*/ 190569 w 3652838"/>
              <a:gd name="connsiteY5" fmla="*/ 5848312 h 5848312"/>
              <a:gd name="connsiteX6" fmla="*/ 0 w 3652838"/>
              <a:gd name="connsiteY6" fmla="*/ 5657743 h 5848312"/>
              <a:gd name="connsiteX7" fmla="*/ 0 w 3652838"/>
              <a:gd name="connsiteY7" fmla="*/ 3402065 h 5848312"/>
              <a:gd name="connsiteX8" fmla="*/ 7373 w 3652838"/>
              <a:gd name="connsiteY8" fmla="*/ 3315183 h 5848312"/>
              <a:gd name="connsiteX9" fmla="*/ 442863 w 3652838"/>
              <a:gd name="connsiteY9" fmla="*/ 2933380 h 5848312"/>
              <a:gd name="connsiteX10" fmla="*/ 442863 w 3652838"/>
              <a:gd name="connsiteY10" fmla="*/ 2914928 h 5848312"/>
              <a:gd name="connsiteX11" fmla="*/ 7373 w 3652838"/>
              <a:gd name="connsiteY11" fmla="*/ 2533130 h 5848312"/>
              <a:gd name="connsiteX12" fmla="*/ 0 w 3652838"/>
              <a:gd name="connsiteY12" fmla="*/ 2446249 h 5848312"/>
              <a:gd name="connsiteX13" fmla="*/ 0 w 3652838"/>
              <a:gd name="connsiteY13" fmla="*/ 190569 h 5848312"/>
              <a:gd name="connsiteX14" fmla="*/ 190569 w 3652838"/>
              <a:gd name="connsiteY14" fmla="*/ 0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2838" h="5848312">
                <a:moveTo>
                  <a:pt x="190569" y="0"/>
                </a:moveTo>
                <a:lnTo>
                  <a:pt x="3462269" y="0"/>
                </a:lnTo>
                <a:cubicBezTo>
                  <a:pt x="3567517" y="0"/>
                  <a:pt x="3652838" y="85321"/>
                  <a:pt x="3652838" y="190569"/>
                </a:cubicBezTo>
                <a:lnTo>
                  <a:pt x="3652838" y="5657743"/>
                </a:lnTo>
                <a:cubicBezTo>
                  <a:pt x="3652838" y="5762991"/>
                  <a:pt x="3567517" y="5848312"/>
                  <a:pt x="3462269" y="5848312"/>
                </a:cubicBezTo>
                <a:lnTo>
                  <a:pt x="190569" y="5848312"/>
                </a:lnTo>
                <a:cubicBezTo>
                  <a:pt x="85321" y="5848312"/>
                  <a:pt x="0" y="5762991"/>
                  <a:pt x="0" y="5657743"/>
                </a:cubicBezTo>
                <a:lnTo>
                  <a:pt x="0" y="3402065"/>
                </a:lnTo>
                <a:lnTo>
                  <a:pt x="7373" y="3315183"/>
                </a:lnTo>
                <a:cubicBezTo>
                  <a:pt x="41632" y="3122692"/>
                  <a:pt x="194211" y="3001193"/>
                  <a:pt x="442863" y="2933380"/>
                </a:cubicBezTo>
                <a:cubicBezTo>
                  <a:pt x="453936" y="2929691"/>
                  <a:pt x="453936" y="2918617"/>
                  <a:pt x="442863" y="2914928"/>
                </a:cubicBezTo>
                <a:cubicBezTo>
                  <a:pt x="194211" y="2847115"/>
                  <a:pt x="41632" y="2725620"/>
                  <a:pt x="7373" y="2533130"/>
                </a:cubicBezTo>
                <a:lnTo>
                  <a:pt x="0" y="2446249"/>
                </a:lnTo>
                <a:lnTo>
                  <a:pt x="0" y="190569"/>
                </a:lnTo>
                <a:cubicBezTo>
                  <a:pt x="0" y="85321"/>
                  <a:pt x="85321" y="0"/>
                  <a:pt x="1905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8000" tIns="576000" rIns="108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490737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/>
            </a:lvl1pPr>
            <a:lvl2pPr marL="357542" indent="0">
              <a:buClr>
                <a:schemeClr val="tx1"/>
              </a:buClr>
              <a:buFont typeface="Arial" panose="020B0604020202020204" pitchFamily="34" charset="0"/>
              <a:buNone/>
              <a:defRPr/>
            </a:lvl2pPr>
            <a:lvl3pPr marL="719982" indent="0">
              <a:buClr>
                <a:schemeClr val="tx1"/>
              </a:buClr>
              <a:buFont typeface="Arial" panose="020B0604020202020204" pitchFamily="34" charset="0"/>
              <a:buNone/>
              <a:defRPr/>
            </a:lvl3pPr>
            <a:lvl4pPr marL="1081424" indent="0">
              <a:buClr>
                <a:schemeClr val="tx1"/>
              </a:buClr>
              <a:buFont typeface="Arial" panose="020B0604020202020204" pitchFamily="34" charset="0"/>
              <a:buNone/>
              <a:defRPr/>
            </a:lvl4pPr>
            <a:lvl5pPr marL="1439964" indent="0">
              <a:buClr>
                <a:schemeClr val="tx1"/>
              </a:buCl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E8257-6B8C-4088-985E-4C3DCEE9DEB1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E018087B-459D-4729-B449-CCF6702E8E13}" type="datetime4">
              <a:rPr lang="en-GB" smtClean="0"/>
              <a:t>23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02AE1-2317-4E5A-B166-4104FA8F071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9C632-48DD-68F1-C98B-0AA2BE39A1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5" y="5792400"/>
            <a:ext cx="7555231" cy="2988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357542" indent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719982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081424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1439964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02126E-B6A8-2921-6EF1-1AB371E2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7554912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475D3A0-2D66-AC67-134B-77A55D269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7554913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1FF2E9-41D3-FCB0-8100-2CB5AD7B0637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A4A6B2A-6054-FB98-6941-36A9785D96EC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0502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C1E2B43-F98E-82F3-DBAA-FC13402D7C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242888"/>
            <a:ext cx="7554914" cy="5848312"/>
          </a:xfrm>
          <a:custGeom>
            <a:avLst/>
            <a:gdLst>
              <a:gd name="connsiteX0" fmla="*/ 2145019 w 7554914"/>
              <a:gd name="connsiteY0" fmla="*/ 0 h 5848312"/>
              <a:gd name="connsiteX1" fmla="*/ 7370751 w 7554914"/>
              <a:gd name="connsiteY1" fmla="*/ 0 h 5848312"/>
              <a:gd name="connsiteX2" fmla="*/ 7554914 w 7554914"/>
              <a:gd name="connsiteY2" fmla="*/ 184163 h 5848312"/>
              <a:gd name="connsiteX3" fmla="*/ 7554914 w 7554914"/>
              <a:gd name="connsiteY3" fmla="*/ 5664149 h 5848312"/>
              <a:gd name="connsiteX4" fmla="*/ 7370751 w 7554914"/>
              <a:gd name="connsiteY4" fmla="*/ 5848312 h 5848312"/>
              <a:gd name="connsiteX5" fmla="*/ 184163 w 7554914"/>
              <a:gd name="connsiteY5" fmla="*/ 5848312 h 5848312"/>
              <a:gd name="connsiteX6" fmla="*/ 0 w 7554914"/>
              <a:gd name="connsiteY6" fmla="*/ 5664149 h 5848312"/>
              <a:gd name="connsiteX7" fmla="*/ 0 w 7554914"/>
              <a:gd name="connsiteY7" fmla="*/ 2161063 h 5848312"/>
              <a:gd name="connsiteX8" fmla="*/ 38324 w 7554914"/>
              <a:gd name="connsiteY8" fmla="*/ 2036037 h 5848312"/>
              <a:gd name="connsiteX9" fmla="*/ 1172960 w 7554914"/>
              <a:gd name="connsiteY9" fmla="*/ 1360305 h 5848312"/>
              <a:gd name="connsiteX10" fmla="*/ 1236325 w 7554914"/>
              <a:gd name="connsiteY10" fmla="*/ 1296939 h 5848312"/>
              <a:gd name="connsiteX11" fmla="*/ 1236325 w 7554914"/>
              <a:gd name="connsiteY11" fmla="*/ 927309 h 5848312"/>
              <a:gd name="connsiteX12" fmla="*/ 1977178 w 7554914"/>
              <a:gd name="connsiteY12" fmla="*/ 16657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54914" h="5848312">
                <a:moveTo>
                  <a:pt x="2145019" y="0"/>
                </a:moveTo>
                <a:lnTo>
                  <a:pt x="7370751" y="0"/>
                </a:lnTo>
                <a:cubicBezTo>
                  <a:pt x="7472461" y="0"/>
                  <a:pt x="7554914" y="82453"/>
                  <a:pt x="7554914" y="184163"/>
                </a:cubicBezTo>
                <a:lnTo>
                  <a:pt x="7554914" y="5664149"/>
                </a:lnTo>
                <a:cubicBezTo>
                  <a:pt x="7554914" y="5765859"/>
                  <a:pt x="7472461" y="5848312"/>
                  <a:pt x="7370751" y="5848312"/>
                </a:cubicBezTo>
                <a:lnTo>
                  <a:pt x="184163" y="5848312"/>
                </a:lnTo>
                <a:cubicBezTo>
                  <a:pt x="82453" y="5848312"/>
                  <a:pt x="0" y="5765859"/>
                  <a:pt x="0" y="5664149"/>
                </a:cubicBezTo>
                <a:lnTo>
                  <a:pt x="0" y="2161063"/>
                </a:lnTo>
                <a:lnTo>
                  <a:pt x="38324" y="2036037"/>
                </a:lnTo>
                <a:cubicBezTo>
                  <a:pt x="232381" y="1588024"/>
                  <a:pt x="681881" y="1376146"/>
                  <a:pt x="1172960" y="1360305"/>
                </a:cubicBezTo>
                <a:cubicBezTo>
                  <a:pt x="1215204" y="1360305"/>
                  <a:pt x="1236325" y="1328624"/>
                  <a:pt x="1236325" y="1296939"/>
                </a:cubicBezTo>
                <a:lnTo>
                  <a:pt x="1236325" y="927309"/>
                </a:lnTo>
                <a:cubicBezTo>
                  <a:pt x="1236325" y="474509"/>
                  <a:pt x="1551669" y="102568"/>
                  <a:pt x="1977178" y="166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576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4101"/>
            <a:ext cx="3652839" cy="4490737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/>
            </a:lvl1pPr>
            <a:lvl2pPr marL="357542" indent="0">
              <a:buClr>
                <a:schemeClr val="tx1"/>
              </a:buClr>
              <a:buFont typeface="Arial" panose="020B0604020202020204" pitchFamily="34" charset="0"/>
              <a:buNone/>
              <a:defRPr/>
            </a:lvl2pPr>
            <a:lvl3pPr marL="719982" indent="0">
              <a:buClr>
                <a:schemeClr val="tx1"/>
              </a:buClr>
              <a:buFont typeface="Arial" panose="020B0604020202020204" pitchFamily="34" charset="0"/>
              <a:buNone/>
              <a:defRPr/>
            </a:lvl3pPr>
            <a:lvl4pPr marL="1081424" indent="0">
              <a:buClr>
                <a:schemeClr val="tx1"/>
              </a:buClr>
              <a:buFont typeface="Arial" panose="020B0604020202020204" pitchFamily="34" charset="0"/>
              <a:buNone/>
              <a:defRPr/>
            </a:lvl4pPr>
            <a:lvl5pPr marL="1439964" indent="0">
              <a:buClr>
                <a:schemeClr val="tx1"/>
              </a:buCl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E8257-6B8C-4088-985E-4C3DCEE9DEB1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E018087B-459D-4729-B449-CCF6702E8E13}" type="datetime4">
              <a:rPr lang="en-GB" smtClean="0"/>
              <a:t>23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02AE1-2317-4E5A-B166-4104FA8F071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9C632-48DD-68F1-C98B-0AA2BE39A14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6" y="5792400"/>
            <a:ext cx="3652993" cy="2988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357542" indent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719982" indent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1081424" indent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1439964" indent="0"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08CFF33-B49E-9711-53F9-19D0CC0A1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242888"/>
            <a:ext cx="390525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A3CE1FB-D5F5-92E1-9D34-DB8E8889C9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39052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91AF96-43AB-49E0-5AA2-71826DA96391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96294BD-73D4-ECCE-653C-2F2D34CF4FB5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312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2100262"/>
            <a:ext cx="3652838" cy="3692137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120E7F-C0E1-48FE-9205-5741B91C8E6F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DC6169B-19DB-4994-BA6B-38503C57DC8A}" type="datetime4">
              <a:rPr lang="en-GB" smtClean="0"/>
              <a:t>23 July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C227CF-7C01-4C8F-A012-E6EC9EFFB1B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407D7-26D4-4453-5DC7-A7011EC7E2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65126" y="5792400"/>
            <a:ext cx="3653156" cy="2988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C42DF1-9B7E-9A5C-E40E-35292FD97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5126" y="1303338"/>
            <a:ext cx="3480970" cy="796925"/>
          </a:xfrm>
        </p:spPr>
        <p:txBody>
          <a:bodyPr lIns="36000" tIns="36000" rIns="36000" bIns="3600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edit subheading text</a:t>
            </a:r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42A83F9-173D-2F5C-840B-653949B4C5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8179" y="1303337"/>
            <a:ext cx="7977108" cy="4787900"/>
          </a:xfrm>
          <a:custGeom>
            <a:avLst/>
            <a:gdLst>
              <a:gd name="connsiteX0" fmla="*/ 594703 w 7977108"/>
              <a:gd name="connsiteY0" fmla="*/ 0 h 4787900"/>
              <a:gd name="connsiteX1" fmla="*/ 7804600 w 7977108"/>
              <a:gd name="connsiteY1" fmla="*/ 0 h 4787900"/>
              <a:gd name="connsiteX2" fmla="*/ 7977108 w 7977108"/>
              <a:gd name="connsiteY2" fmla="*/ 172508 h 4787900"/>
              <a:gd name="connsiteX3" fmla="*/ 7977108 w 7977108"/>
              <a:gd name="connsiteY3" fmla="*/ 4615392 h 4787900"/>
              <a:gd name="connsiteX4" fmla="*/ 7804600 w 7977108"/>
              <a:gd name="connsiteY4" fmla="*/ 4787900 h 4787900"/>
              <a:gd name="connsiteX5" fmla="*/ 594703 w 7977108"/>
              <a:gd name="connsiteY5" fmla="*/ 4787900 h 4787900"/>
              <a:gd name="connsiteX6" fmla="*/ 422195 w 7977108"/>
              <a:gd name="connsiteY6" fmla="*/ 4615392 h 4787900"/>
              <a:gd name="connsiteX7" fmla="*/ 422195 w 7977108"/>
              <a:gd name="connsiteY7" fmla="*/ 1002316 h 4787900"/>
              <a:gd name="connsiteX8" fmla="*/ 419981 w 7977108"/>
              <a:gd name="connsiteY8" fmla="*/ 976226 h 4787900"/>
              <a:gd name="connsiteX9" fmla="*/ 7859 w 7977108"/>
              <a:gd name="connsiteY9" fmla="*/ 614915 h 4787900"/>
              <a:gd name="connsiteX10" fmla="*/ 7859 w 7977108"/>
              <a:gd name="connsiteY10" fmla="*/ 597453 h 4787900"/>
              <a:gd name="connsiteX11" fmla="*/ 419981 w 7977108"/>
              <a:gd name="connsiteY11" fmla="*/ 236137 h 4787900"/>
              <a:gd name="connsiteX12" fmla="*/ 422195 w 7977108"/>
              <a:gd name="connsiteY12" fmla="*/ 210041 h 4787900"/>
              <a:gd name="connsiteX13" fmla="*/ 422195 w 7977108"/>
              <a:gd name="connsiteY13" fmla="*/ 172508 h 4787900"/>
              <a:gd name="connsiteX14" fmla="*/ 594703 w 7977108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77108" h="4787900">
                <a:moveTo>
                  <a:pt x="594703" y="0"/>
                </a:moveTo>
                <a:lnTo>
                  <a:pt x="7804600" y="0"/>
                </a:lnTo>
                <a:cubicBezTo>
                  <a:pt x="7899874" y="0"/>
                  <a:pt x="7977108" y="77234"/>
                  <a:pt x="7977108" y="172508"/>
                </a:cubicBezTo>
                <a:lnTo>
                  <a:pt x="7977108" y="4615392"/>
                </a:lnTo>
                <a:cubicBezTo>
                  <a:pt x="7977108" y="4710666"/>
                  <a:pt x="7899874" y="4787900"/>
                  <a:pt x="7804600" y="4787900"/>
                </a:cubicBezTo>
                <a:lnTo>
                  <a:pt x="594703" y="4787900"/>
                </a:lnTo>
                <a:cubicBezTo>
                  <a:pt x="499429" y="4787900"/>
                  <a:pt x="422195" y="4710666"/>
                  <a:pt x="422195" y="4615392"/>
                </a:cubicBezTo>
                <a:lnTo>
                  <a:pt x="422195" y="1002316"/>
                </a:lnTo>
                <a:lnTo>
                  <a:pt x="419981" y="976226"/>
                </a:lnTo>
                <a:cubicBezTo>
                  <a:pt x="387560" y="794064"/>
                  <a:pt x="243169" y="679089"/>
                  <a:pt x="7859" y="614915"/>
                </a:cubicBezTo>
                <a:cubicBezTo>
                  <a:pt x="-2620" y="611423"/>
                  <a:pt x="-2620" y="600944"/>
                  <a:pt x="7859" y="597453"/>
                </a:cubicBezTo>
                <a:cubicBezTo>
                  <a:pt x="243169" y="533278"/>
                  <a:pt x="387560" y="418299"/>
                  <a:pt x="419981" y="236137"/>
                </a:cubicBezTo>
                <a:lnTo>
                  <a:pt x="422195" y="210041"/>
                </a:lnTo>
                <a:lnTo>
                  <a:pt x="422195" y="172508"/>
                </a:lnTo>
                <a:cubicBezTo>
                  <a:pt x="422195" y="77234"/>
                  <a:pt x="499429" y="0"/>
                  <a:pt x="5947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900000" tIns="216000" rIns="540000" bIns="72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92BEDA-CC1A-B239-4AEA-C3F37E21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750812B-2C47-57D4-77B8-4674E64952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DE5D052-D1E8-918C-87BF-6E3142B87FEF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5840FC4-EF91-6057-D142-8946C40663E0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09206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3338"/>
            <a:ext cx="5602288" cy="4785927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/>
            </a:lvl1pPr>
            <a:lvl2pPr marL="357542" indent="0">
              <a:buClr>
                <a:schemeClr val="tx1"/>
              </a:buClr>
              <a:buFont typeface="Arial" panose="020B0604020202020204" pitchFamily="34" charset="0"/>
              <a:buNone/>
              <a:defRPr/>
            </a:lvl2pPr>
            <a:lvl3pPr marL="719982" indent="0">
              <a:buClr>
                <a:schemeClr val="tx1"/>
              </a:buClr>
              <a:buFont typeface="Arial" panose="020B0604020202020204" pitchFamily="34" charset="0"/>
              <a:buNone/>
              <a:defRPr/>
            </a:lvl3pPr>
            <a:lvl4pPr marL="1081424" indent="0">
              <a:buClr>
                <a:schemeClr val="tx1"/>
              </a:buClr>
              <a:buFont typeface="Arial" panose="020B0604020202020204" pitchFamily="34" charset="0"/>
              <a:buNone/>
              <a:defRPr/>
            </a:lvl4pPr>
            <a:lvl5pPr marL="1439964" indent="0">
              <a:buClr>
                <a:schemeClr val="tx1"/>
              </a:buCl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1303338"/>
            <a:ext cx="5602288" cy="2049077"/>
          </a:xfrm>
          <a:prstGeom prst="roundRect">
            <a:avLst>
              <a:gd name="adj" fmla="val 85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223001" y="3383480"/>
            <a:ext cx="5602287" cy="298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  <a:lvl2pPr marL="357542" indent="0">
              <a:buNone/>
              <a:defRPr sz="1067">
                <a:solidFill>
                  <a:schemeClr val="bg2"/>
                </a:solidFill>
              </a:defRPr>
            </a:lvl2pPr>
            <a:lvl3pPr marL="719982" indent="0">
              <a:buNone/>
              <a:defRPr sz="1067">
                <a:solidFill>
                  <a:schemeClr val="bg2"/>
                </a:solidFill>
              </a:defRPr>
            </a:lvl3pPr>
            <a:lvl4pPr marL="1081424" indent="0">
              <a:buNone/>
              <a:defRPr sz="1067">
                <a:solidFill>
                  <a:schemeClr val="bg2"/>
                </a:solidFill>
              </a:defRPr>
            </a:lvl4pPr>
            <a:lvl5pPr marL="1439964" indent="0">
              <a:buNone/>
              <a:defRPr sz="1067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Insert Source text</a:t>
            </a:r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223001" y="3713345"/>
            <a:ext cx="5602288" cy="2048029"/>
          </a:xfrm>
          <a:prstGeom prst="roundRect">
            <a:avLst>
              <a:gd name="adj" fmla="val 8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223001" y="5792438"/>
            <a:ext cx="5602287" cy="298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  <a:lvl2pPr marL="357542" indent="0">
              <a:buNone/>
              <a:defRPr sz="1067">
                <a:solidFill>
                  <a:schemeClr val="bg2"/>
                </a:solidFill>
              </a:defRPr>
            </a:lvl2pPr>
            <a:lvl3pPr marL="719982" indent="0">
              <a:buNone/>
              <a:defRPr sz="1067">
                <a:solidFill>
                  <a:schemeClr val="bg2"/>
                </a:solidFill>
              </a:defRPr>
            </a:lvl3pPr>
            <a:lvl4pPr marL="1081424" indent="0">
              <a:buNone/>
              <a:defRPr sz="1067">
                <a:solidFill>
                  <a:schemeClr val="bg2"/>
                </a:solidFill>
              </a:defRPr>
            </a:lvl4pPr>
            <a:lvl5pPr marL="1439964" indent="0">
              <a:buNone/>
              <a:defRPr sz="1067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Insert Source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A279A2-5C44-FF2E-B384-6E6E2D4B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A0BC10E-676C-5CAF-16CC-96A54F223F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5935EB-46DA-41B4-C62C-331192886E84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FB077E6-A497-BD51-F093-6A35A273C691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1A550-6C55-08E3-6C58-DF2DA09B1122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pPr/>
              <a:t>23 July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E43B0-106E-9A19-A6D0-F4E04A03AA9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32E65-0C89-1933-F3CE-C30A8CD2E77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59465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85927"/>
          </a:xfrm>
          <a:prstGeom prst="rect">
            <a:avLst/>
          </a:prstGeom>
        </p:spPr>
        <p:txBody>
          <a:bodyPr lIns="36000" tIns="36000" rIns="36000" bIns="36000">
            <a:no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/>
            </a:lvl1pPr>
            <a:lvl2pPr marL="357542" indent="0">
              <a:buClr>
                <a:schemeClr val="tx1"/>
              </a:buClr>
              <a:buFont typeface="Arial" panose="020B0604020202020204" pitchFamily="34" charset="0"/>
              <a:buNone/>
              <a:defRPr/>
            </a:lvl2pPr>
            <a:lvl3pPr marL="719982" indent="0">
              <a:buClr>
                <a:schemeClr val="tx1"/>
              </a:buClr>
              <a:buFont typeface="Arial" panose="020B0604020202020204" pitchFamily="34" charset="0"/>
              <a:buNone/>
              <a:defRPr/>
            </a:lvl3pPr>
            <a:lvl4pPr marL="1081424" indent="0">
              <a:buClr>
                <a:schemeClr val="tx1"/>
              </a:buClr>
              <a:buFont typeface="Arial" panose="020B0604020202020204" pitchFamily="34" charset="0"/>
              <a:buNone/>
              <a:defRPr/>
            </a:lvl4pPr>
            <a:lvl5pPr marL="1439964" indent="0">
              <a:buClr>
                <a:schemeClr val="tx1"/>
              </a:buClr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8"/>
            <a:ext cx="3649663" cy="4471820"/>
          </a:xfrm>
          <a:prstGeom prst="roundRect">
            <a:avLst>
              <a:gd name="adj" fmla="val 48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4270376" y="5790465"/>
            <a:ext cx="3650970" cy="298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  <a:lvl2pPr marL="357542" indent="0">
              <a:buNone/>
              <a:defRPr sz="1067">
                <a:solidFill>
                  <a:schemeClr val="bg2"/>
                </a:solidFill>
              </a:defRPr>
            </a:lvl2pPr>
            <a:lvl3pPr marL="719982" indent="0">
              <a:buNone/>
              <a:defRPr sz="1067">
                <a:solidFill>
                  <a:schemeClr val="bg2"/>
                </a:solidFill>
              </a:defRPr>
            </a:lvl3pPr>
            <a:lvl4pPr marL="1081424" indent="0">
              <a:buNone/>
              <a:defRPr sz="1067">
                <a:solidFill>
                  <a:schemeClr val="bg2"/>
                </a:solidFill>
              </a:defRPr>
            </a:lvl4pPr>
            <a:lvl5pPr marL="1439964" indent="0">
              <a:buNone/>
              <a:defRPr sz="1067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Insert Source text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172450" y="1303338"/>
            <a:ext cx="3650400" cy="4471200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8172450" y="5792438"/>
            <a:ext cx="3652838" cy="298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  <a:lvl2pPr marL="357542" indent="0">
              <a:buNone/>
              <a:defRPr sz="1067">
                <a:solidFill>
                  <a:schemeClr val="bg2"/>
                </a:solidFill>
              </a:defRPr>
            </a:lvl2pPr>
            <a:lvl3pPr marL="719982" indent="0">
              <a:buNone/>
              <a:defRPr sz="1067">
                <a:solidFill>
                  <a:schemeClr val="bg2"/>
                </a:solidFill>
              </a:defRPr>
            </a:lvl3pPr>
            <a:lvl4pPr marL="1081424" indent="0">
              <a:buNone/>
              <a:defRPr sz="1067">
                <a:solidFill>
                  <a:schemeClr val="bg2"/>
                </a:solidFill>
              </a:defRPr>
            </a:lvl4pPr>
            <a:lvl5pPr marL="1439964" indent="0">
              <a:buNone/>
              <a:defRPr sz="1067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Insert Source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92829F7-D00B-D1D9-8C3F-B46975A49CE1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50EA6-2968-79DD-9FB1-6A9132F353AB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pPr/>
              <a:t>23 July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444BC-456A-28F6-317B-90FA9898F80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5394F-FE5A-7B29-C518-C14B20F80B7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11605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5633-6431-4284-9ADB-4E615125888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11AFB533-57EF-4766-9D87-DAD3C67F4A40}" type="datetime4">
              <a:rPr lang="en-GB" smtClean="0"/>
              <a:t>23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4D40-638F-40AA-882E-9A6164C7956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B3A39-D8B7-A2C0-89DB-5314F345D35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5125" y="5792400"/>
            <a:ext cx="11460163" cy="298800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8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E2FA657-3A41-6C8A-7C73-5FF4D5761F76}"/>
              </a:ext>
            </a:extLst>
          </p:cNvPr>
          <p:cNvSpPr>
            <a:spLocks noGrp="1"/>
          </p:cNvSpPr>
          <p:nvPr>
            <p:ph type="tbl" sz="quarter" idx="34" hasCustomPrompt="1"/>
          </p:nvPr>
        </p:nvSpPr>
        <p:spPr>
          <a:xfrm>
            <a:off x="365119" y="1303338"/>
            <a:ext cx="11459625" cy="4489450"/>
          </a:xfrm>
        </p:spPr>
        <p:txBody>
          <a:bodyPr lIns="36000" rIns="3600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[Click TABLE icon to insert table.]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A4EB32-D948-C409-F1E5-9F712310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E30107F-6B57-65E7-BD35-CCB493B8D6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611BFB-31C6-6656-90B9-BB1C81967B2F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FC215B3-1FB2-8234-43A0-F10081D89FE6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54961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5633-6431-4284-9ADB-4E6151258883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4741D83-B006-4893-8541-66BA34E08C4B}" type="datetime4">
              <a:rPr lang="en-GB" smtClean="0"/>
              <a:t>23 July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4D40-638F-40AA-882E-9A6164C7956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B3A39-D8B7-A2C0-89DB-5314F345D35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6713" y="5792400"/>
            <a:ext cx="11460164" cy="298800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8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8994D5C1-7836-1E91-87FA-56E472221EB3}"/>
              </a:ext>
            </a:extLst>
          </p:cNvPr>
          <p:cNvSpPr>
            <a:spLocks noGrp="1"/>
          </p:cNvSpPr>
          <p:nvPr>
            <p:ph type="chart" sz="quarter" idx="34" hasCustomPrompt="1"/>
          </p:nvPr>
        </p:nvSpPr>
        <p:spPr>
          <a:xfrm>
            <a:off x="365125" y="1303338"/>
            <a:ext cx="11460163" cy="4489062"/>
          </a:xfrm>
        </p:spPr>
        <p:txBody>
          <a:bodyPr lIns="36000" rIns="3600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[Click CHART icons to insert chart.]</a:t>
            </a:r>
            <a:br>
              <a:rPr lang="en-GB"/>
            </a:br>
            <a:r>
              <a:rPr lang="en-US"/>
              <a:t>Please ensure your chart title, legend, x and y axis titles are minimum 12 </a:t>
            </a:r>
            <a:r>
              <a:rPr lang="en-US" err="1"/>
              <a:t>pt</a:t>
            </a:r>
            <a:r>
              <a:rPr lang="en-US"/>
              <a:t>, Arial black for accessibility.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CCEE79-8221-4C6C-2397-0791C954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091ECF0-259D-F144-9708-B8296C87B0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3FC0E92-53E2-6353-15B7-7028E9E80A82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E617660-F2DC-E09E-FCD2-2D56713F40B7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53833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57A6D-CCB0-DF2D-0D9A-6184CE3969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D6505-B9A2-3A36-B9B6-3E3CF07A64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t>23 July 2026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3924AB-56D4-343D-306B-195A924E9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8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B627EE7-29BC-7E7B-5DF4-1D96E07AD3F9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12926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FB0EC8B-993B-9701-B3D4-2FBFA2652AA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B7B165-5683-4F5F-9FF2-907EF7B970C8}" type="datetime4">
              <a:rPr lang="en-GB" smtClean="0"/>
              <a:t>23 July 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4B64CB0-473B-DCCB-4EF6-AD2596727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70C223B-EC3F-01A9-ECD3-7E6A591C40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466546-C07E-BFBF-4B2F-E4D299013F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4800" y="5792400"/>
            <a:ext cx="11460164" cy="298800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C54E86-8E74-E1E1-9919-BF95D8B2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936C739-784E-0B16-D78E-DAACEC459B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8BE41CA-ABEC-55CB-D62E-31831DAD300E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4C983F-C815-9C16-5CEE-1598AF9E136F}"/>
              </a:ext>
            </a:extLst>
          </p:cNvPr>
          <p:cNvSpPr/>
          <p:nvPr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85AD4A-B795-1229-C584-9EB270C48093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28" t="12162" r="1499" b="12843"/>
          <a:stretch/>
        </p:blipFill>
        <p:spPr>
          <a:xfrm>
            <a:off x="10847037" y="6191252"/>
            <a:ext cx="1215582" cy="56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2350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3EA56-5111-4037-9D95-99472C98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44B5-6D56-4B59-9C1D-2022F9BFF5DA}" type="datetime4">
              <a:rPr lang="en-GB" smtClean="0"/>
              <a:t>23 July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E7BCF-23E0-421B-8A21-1CDDB167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A2858F-078E-2E59-C8A6-5102082DA3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8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</p:spTree>
    <p:extLst>
      <p:ext uri="{BB962C8B-B14F-4D97-AF65-F5344CB8AC3E}">
        <p14:creationId xmlns:p14="http://schemas.microsoft.com/office/powerpoint/2010/main" val="104107684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1">
    <p:bg>
      <p:bgPr>
        <a:blipFill dpi="0" rotWithShape="1">
          <a:blip r:embed="rId4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465F7C9-2DD0-029B-C39C-E172165ABDA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5" imgH="424" progId="TCLayout.ActiveDocument.1">
                  <p:embed/>
                </p:oleObj>
              </mc:Choice>
              <mc:Fallback>
                <p:oleObj name="think-cell Slide" r:id="rId8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465F7C9-2DD0-029B-C39C-E172165ABD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3C8C0300-5E34-01FA-8DA8-816FE17514C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2878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8276E86-C9B6-1B20-0470-A93E9FE768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634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8276E86-C9B6-1B20-0470-A93E9FE76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905DD1F-ADCE-21F5-3B42-348B73562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8651875" cy="1260000"/>
          </a:xfrm>
        </p:spPr>
        <p:txBody>
          <a:bodyPr vert="horz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A65F606-CDCB-0367-61AA-199FECCB3A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8651876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066BEF-B097-8826-7B68-974384A3DA4A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772" t="25173" r="16016" b="28870"/>
          <a:stretch/>
        </p:blipFill>
        <p:spPr>
          <a:xfrm>
            <a:off x="322824" y="5861243"/>
            <a:ext cx="1586940" cy="585704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974C1E3-F673-6C02-80D2-918CC00E2B0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634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25" imgH="424" progId="TCLayout.ActiveDocument.1">
                  <p:embed/>
                </p:oleObj>
              </mc:Choice>
              <mc:Fallback>
                <p:oleObj name="think-cell Slide" r:id="rId8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974C1E3-F673-6C02-80D2-918CC00E2B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B5553F47-A3E3-7613-63E9-F408F27A9BD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772" t="25173" r="16016" b="28870"/>
          <a:stretch/>
        </p:blipFill>
        <p:spPr>
          <a:xfrm>
            <a:off x="322824" y="5861243"/>
            <a:ext cx="1586940" cy="58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0800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B20AFD6-6925-491B-B024-5E0A32A58D07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590" t="25173" r="17185" b="31039"/>
          <a:stretch/>
        </p:blipFill>
        <p:spPr>
          <a:xfrm>
            <a:off x="152399" y="2073890"/>
            <a:ext cx="11992273" cy="45396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90B266-F3BD-2613-5CB9-7E4A4FDFC416}"/>
              </a:ext>
            </a:extLst>
          </p:cNvPr>
          <p:cNvSpPr/>
          <p:nvPr/>
        </p:nvSpPr>
        <p:spPr bwMode="auto">
          <a:xfrm>
            <a:off x="11039475" y="164305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F8659A8-C764-F3A5-40B7-A3CB7A35D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4470" y="243283"/>
            <a:ext cx="159543" cy="15954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A31EE88-6D6C-D069-3146-A339C9601635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590" t="25173" r="17185" b="31039"/>
          <a:stretch/>
        </p:blipFill>
        <p:spPr>
          <a:xfrm>
            <a:off x="152399" y="2073890"/>
            <a:ext cx="11992273" cy="45396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45B33E-2C66-175D-1B1C-7BB81E21C5EE}"/>
              </a:ext>
            </a:extLst>
          </p:cNvPr>
          <p:cNvSpPr/>
          <p:nvPr/>
        </p:nvSpPr>
        <p:spPr bwMode="auto">
          <a:xfrm>
            <a:off x="11039475" y="164305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BF19C8-4ECE-0C1F-50D8-D1CBA7510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4470" y="243283"/>
            <a:ext cx="159543" cy="1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9358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RN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3810C-0168-8013-6BD1-DF4493DB8F41}"/>
              </a:ext>
            </a:extLst>
          </p:cNvPr>
          <p:cNvSpPr/>
          <p:nvPr/>
        </p:nvSpPr>
        <p:spPr bwMode="auto">
          <a:xfrm>
            <a:off x="242888" y="242888"/>
            <a:ext cx="11704637" cy="584835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GB" sz="9600" kern="0">
                <a:solidFill>
                  <a:schemeClr val="bg1"/>
                </a:solidFill>
              </a:rPr>
              <a:t>Do not use </a:t>
            </a:r>
            <a:br>
              <a:rPr lang="en-GB" sz="9600" kern="0">
                <a:solidFill>
                  <a:schemeClr val="bg1"/>
                </a:solidFill>
              </a:rPr>
            </a:br>
            <a:r>
              <a:rPr lang="en-GB" sz="9600" kern="0">
                <a:solidFill>
                  <a:schemeClr val="bg1"/>
                </a:solidFill>
              </a:rPr>
              <a:t>layouts that appear </a:t>
            </a:r>
            <a:br>
              <a:rPr lang="en-GB" sz="9600" kern="0">
                <a:solidFill>
                  <a:schemeClr val="bg1"/>
                </a:solidFill>
              </a:rPr>
            </a:br>
            <a:r>
              <a:rPr lang="en-GB" sz="9600" kern="0">
                <a:solidFill>
                  <a:schemeClr val="bg1"/>
                </a:solidFill>
              </a:rPr>
              <a:t>after this point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FE542C-8ECE-F9C9-8F96-80B2751FAA98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328" t="12162" r="1499" b="12843"/>
          <a:stretch/>
        </p:blipFill>
        <p:spPr>
          <a:xfrm>
            <a:off x="90711" y="6207919"/>
            <a:ext cx="1215582" cy="56380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71DFFD-2455-676B-AE64-9BFFC5437EDC}"/>
              </a:ext>
            </a:extLst>
          </p:cNvPr>
          <p:cNvSpPr/>
          <p:nvPr/>
        </p:nvSpPr>
        <p:spPr bwMode="auto">
          <a:xfrm>
            <a:off x="242888" y="242888"/>
            <a:ext cx="11704637" cy="584835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</a:pPr>
            <a:r>
              <a:rPr lang="en-GB" sz="9600" kern="0">
                <a:solidFill>
                  <a:schemeClr val="bg1"/>
                </a:solidFill>
              </a:rPr>
              <a:t>Do not use </a:t>
            </a:r>
            <a:br>
              <a:rPr lang="en-GB" sz="9600" kern="0">
                <a:solidFill>
                  <a:schemeClr val="bg1"/>
                </a:solidFill>
              </a:rPr>
            </a:br>
            <a:r>
              <a:rPr lang="en-GB" sz="9600" kern="0">
                <a:solidFill>
                  <a:schemeClr val="bg1"/>
                </a:solidFill>
              </a:rPr>
              <a:t>layouts that appear </a:t>
            </a:r>
            <a:br>
              <a:rPr lang="en-GB" sz="9600" kern="0">
                <a:solidFill>
                  <a:schemeClr val="bg1"/>
                </a:solidFill>
              </a:rPr>
            </a:br>
            <a:r>
              <a:rPr lang="en-GB" sz="9600" kern="0">
                <a:solidFill>
                  <a:schemeClr val="bg1"/>
                </a:solidFill>
              </a:rPr>
              <a:t>after this point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D3E439-CEEB-5A25-B0DB-B35AA868A58C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7328" t="12162" r="1499" b="12843"/>
          <a:stretch/>
        </p:blipFill>
        <p:spPr>
          <a:xfrm>
            <a:off x="90711" y="6207919"/>
            <a:ext cx="1215582" cy="56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874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892896-0027-443A-D01E-0CE282B3A5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9136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892896-0027-443A-D01E-0CE282B3A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DD59A9-81EE-0DF4-BF97-645E59790906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192000" cy="3382710"/>
          </a:xfrm>
          <a:custGeom>
            <a:avLst/>
            <a:gdLst>
              <a:gd name="connsiteX0" fmla="*/ 0 w 12192000"/>
              <a:gd name="connsiteY0" fmla="*/ 0 h 3382710"/>
              <a:gd name="connsiteX1" fmla="*/ 12192000 w 12192000"/>
              <a:gd name="connsiteY1" fmla="*/ 0 h 3382710"/>
              <a:gd name="connsiteX2" fmla="*/ 12192000 w 12192000"/>
              <a:gd name="connsiteY2" fmla="*/ 2525484 h 3382710"/>
              <a:gd name="connsiteX3" fmla="*/ 10930890 w 12192000"/>
              <a:gd name="connsiteY3" fmla="*/ 2525484 h 3382710"/>
              <a:gd name="connsiteX4" fmla="*/ 8755659 w 12192000"/>
              <a:gd name="connsiteY4" fmla="*/ 2525484 h 3382710"/>
              <a:gd name="connsiteX5" fmla="*/ 7004114 w 12192000"/>
              <a:gd name="connsiteY5" fmla="*/ 2525484 h 3382710"/>
              <a:gd name="connsiteX6" fmla="*/ 6113526 w 12192000"/>
              <a:gd name="connsiteY6" fmla="*/ 3366922 h 3382710"/>
              <a:gd name="connsiteX7" fmla="*/ 6078476 w 12192000"/>
              <a:gd name="connsiteY7" fmla="*/ 3366922 h 3382710"/>
              <a:gd name="connsiteX8" fmla="*/ 5187887 w 12192000"/>
              <a:gd name="connsiteY8" fmla="*/ 2525484 h 3382710"/>
              <a:gd name="connsiteX9" fmla="*/ 3436341 w 12192000"/>
              <a:gd name="connsiteY9" fmla="*/ 2525484 h 3382710"/>
              <a:gd name="connsiteX10" fmla="*/ 1261112 w 12192000"/>
              <a:gd name="connsiteY10" fmla="*/ 2525484 h 3382710"/>
              <a:gd name="connsiteX11" fmla="*/ 0 w 12192000"/>
              <a:gd name="connsiteY11" fmla="*/ 2525484 h 3382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382710">
                <a:moveTo>
                  <a:pt x="0" y="0"/>
                </a:moveTo>
                <a:lnTo>
                  <a:pt x="12192000" y="0"/>
                </a:lnTo>
                <a:lnTo>
                  <a:pt x="12192000" y="2525484"/>
                </a:lnTo>
                <a:lnTo>
                  <a:pt x="10930890" y="2525484"/>
                </a:lnTo>
                <a:lnTo>
                  <a:pt x="8755659" y="2525484"/>
                </a:lnTo>
                <a:lnTo>
                  <a:pt x="7004114" y="2525484"/>
                </a:lnTo>
                <a:cubicBezTo>
                  <a:pt x="6541294" y="2525484"/>
                  <a:pt x="6260783" y="2827046"/>
                  <a:pt x="6113526" y="3366922"/>
                </a:cubicBezTo>
                <a:cubicBezTo>
                  <a:pt x="6106478" y="3387973"/>
                  <a:pt x="6085525" y="3387973"/>
                  <a:pt x="6078476" y="3366922"/>
                </a:cubicBezTo>
                <a:cubicBezTo>
                  <a:pt x="5931221" y="2827046"/>
                  <a:pt x="5650707" y="2525484"/>
                  <a:pt x="5187887" y="2525484"/>
                </a:cubicBezTo>
                <a:lnTo>
                  <a:pt x="3436341" y="2525484"/>
                </a:lnTo>
                <a:lnTo>
                  <a:pt x="1261112" y="2525484"/>
                </a:lnTo>
                <a:lnTo>
                  <a:pt x="0" y="2525484"/>
                </a:lnTo>
                <a:close/>
              </a:path>
            </a:pathLst>
          </a:cu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 algn="l" eaLnBrk="0" fontAlgn="auto" hangingPunct="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GB" sz="1600" kern="0" err="1">
              <a:solidFill>
                <a:schemeClr val="tx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520700" y="3940216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0700" y="4502943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81E81C-A3CE-333A-79BA-25D8F93FB564}"/>
              </a:ext>
            </a:extLst>
          </p:cNvPr>
          <p:cNvSpPr/>
          <p:nvPr userDrawn="1"/>
        </p:nvSpPr>
        <p:spPr bwMode="auto">
          <a:xfrm>
            <a:off x="11039475" y="6058694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1FA932-514A-C951-F952-F8A43667EA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4470" y="6137672"/>
            <a:ext cx="159543" cy="15954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4D693C-2F89-1D26-FDEF-3BF8AB9EE5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pic>
        <p:nvPicPr>
          <p:cNvPr id="24" name="Picture 23" descr="Icon&#10;&#10;Description automatically generated with medium confidence">
            <a:extLst>
              <a:ext uri="{FF2B5EF4-FFF2-40B4-BE49-F238E27FC236}">
                <a16:creationId xmlns:a16="http://schemas.microsoft.com/office/drawing/2014/main" id="{40DDF016-D509-BED0-161C-B51B4CFCB42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064" y="0"/>
            <a:ext cx="1499542" cy="150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CEE5C-8451-457A-BD36-F438731D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630E13A-9E76-B161-1416-CBE84BD2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474805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202868D-ACDF-6434-3575-872690D6A7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47480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74B05C-AADA-DE64-7CCE-6E374DE8A94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00D9DEB-3F09-2300-9ADD-BA0650A439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31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30D3666-6EB4-2815-6D2E-EFE946A218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4432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30D3666-6EB4-2815-6D2E-EFE946A218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8F29C9-8F7E-1D4B-3005-616565FA7753}"/>
              </a:ext>
            </a:extLst>
          </p:cNvPr>
          <p:cNvSpPr/>
          <p:nvPr userDrawn="1"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F7007A-5965-5814-8FF8-29077566CB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00" y="5010784"/>
            <a:ext cx="11150600" cy="548009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enter section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6A64F09-F5D8-B6EE-7ED5-2B69A4668C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0700" y="5558794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speaker name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781331-5517-AE28-7C8D-8C014D42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1CDC9B-479F-3EF6-C5CE-3CFBF329B38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9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D48070-D695-60C2-898C-9832D9369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11161"/>
            <a:ext cx="11460164" cy="4767421"/>
          </a:xfrm>
          <a:custGeom>
            <a:avLst/>
            <a:gdLst>
              <a:gd name="connsiteX0" fmla="*/ 185682 w 11460164"/>
              <a:gd name="connsiteY0" fmla="*/ 0 h 4484800"/>
              <a:gd name="connsiteX1" fmla="*/ 11274482 w 11460164"/>
              <a:gd name="connsiteY1" fmla="*/ 0 h 4484800"/>
              <a:gd name="connsiteX2" fmla="*/ 11460164 w 11460164"/>
              <a:gd name="connsiteY2" fmla="*/ 185682 h 4484800"/>
              <a:gd name="connsiteX3" fmla="*/ 11460164 w 11460164"/>
              <a:gd name="connsiteY3" fmla="*/ 456183 h 4484800"/>
              <a:gd name="connsiteX4" fmla="*/ 11460164 w 11460164"/>
              <a:gd name="connsiteY4" fmla="*/ 715601 h 4484800"/>
              <a:gd name="connsiteX5" fmla="*/ 11460164 w 11460164"/>
              <a:gd name="connsiteY5" fmla="*/ 4299118 h 4484800"/>
              <a:gd name="connsiteX6" fmla="*/ 11274482 w 11460164"/>
              <a:gd name="connsiteY6" fmla="*/ 4484800 h 4484800"/>
              <a:gd name="connsiteX7" fmla="*/ 185682 w 11460164"/>
              <a:gd name="connsiteY7" fmla="*/ 4484800 h 4484800"/>
              <a:gd name="connsiteX8" fmla="*/ 0 w 11460164"/>
              <a:gd name="connsiteY8" fmla="*/ 4299118 h 4484800"/>
              <a:gd name="connsiteX9" fmla="*/ 0 w 11460164"/>
              <a:gd name="connsiteY9" fmla="*/ 715601 h 4484800"/>
              <a:gd name="connsiteX10" fmla="*/ 0 w 11460164"/>
              <a:gd name="connsiteY10" fmla="*/ 456183 h 4484800"/>
              <a:gd name="connsiteX11" fmla="*/ 0 w 11460164"/>
              <a:gd name="connsiteY11" fmla="*/ 185682 h 4484800"/>
              <a:gd name="connsiteX12" fmla="*/ 185682 w 11460164"/>
              <a:gd name="connsiteY12" fmla="*/ 0 h 448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60164" h="4484800">
                <a:moveTo>
                  <a:pt x="185682" y="0"/>
                </a:moveTo>
                <a:lnTo>
                  <a:pt x="11274482" y="0"/>
                </a:lnTo>
                <a:cubicBezTo>
                  <a:pt x="11377031" y="0"/>
                  <a:pt x="11460164" y="83133"/>
                  <a:pt x="11460164" y="185682"/>
                </a:cubicBezTo>
                <a:lnTo>
                  <a:pt x="11460164" y="456183"/>
                </a:lnTo>
                <a:lnTo>
                  <a:pt x="11460164" y="715601"/>
                </a:lnTo>
                <a:lnTo>
                  <a:pt x="11460164" y="4299118"/>
                </a:lnTo>
                <a:cubicBezTo>
                  <a:pt x="11460164" y="4401667"/>
                  <a:pt x="11377031" y="4484800"/>
                  <a:pt x="11274482" y="4484800"/>
                </a:cubicBezTo>
                <a:lnTo>
                  <a:pt x="185682" y="4484800"/>
                </a:lnTo>
                <a:cubicBezTo>
                  <a:pt x="83133" y="4484800"/>
                  <a:pt x="0" y="4401667"/>
                  <a:pt x="0" y="4299118"/>
                </a:cubicBezTo>
                <a:lnTo>
                  <a:pt x="0" y="715601"/>
                </a:lnTo>
                <a:lnTo>
                  <a:pt x="0" y="456183"/>
                </a:lnTo>
                <a:lnTo>
                  <a:pt x="0" y="185682"/>
                </a:lnTo>
                <a:cubicBezTo>
                  <a:pt x="0" y="83133"/>
                  <a:pt x="83133" y="0"/>
                  <a:pt x="1856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outside of grey 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F0296A1-E119-4AEC-80A5-65FD719F96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C0D48C-007D-FEEC-D1DF-C0089187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F6E4BF1-5B10-6CC3-60CB-FA773CAB8A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99DCD39-6F77-D442-9C41-7FE9A4CBB7F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46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B722-CBB2-49EC-937E-10206DEB6BD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E53DDB-FDB6-66D3-FC50-5426FF978D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25" y="1303338"/>
            <a:ext cx="11460163" cy="4766400"/>
          </a:xfrm>
        </p:spPr>
        <p:txBody>
          <a:bodyPr lIns="0" tIns="180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 </a:t>
            </a:r>
            <a:br>
              <a:rPr lang="en-US"/>
            </a:br>
            <a:r>
              <a:rPr lang="en-US"/>
              <a:t>If text content appears too large please reduce the size of this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A7A86B9-637F-F18A-3604-5A44F7C4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A89E078-B97D-529E-FF83-DF5AD69D5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D601A5-6CEE-D258-CCEB-85D1BB27BD8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75AA5D9-D574-279B-8022-F118CEE297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28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65456" y="1303338"/>
            <a:ext cx="11460701" cy="399600"/>
          </a:xfrm>
          <a:prstGeom prst="rect">
            <a:avLst/>
          </a:prstGeom>
        </p:spPr>
        <p:txBody>
          <a:bodyPr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361942" indent="0">
              <a:buNone/>
              <a:defRPr/>
            </a:lvl2pPr>
            <a:lvl3pPr marL="711182" indent="0">
              <a:buNone/>
              <a:defRPr/>
            </a:lvl3pPr>
            <a:lvl4pPr marL="1087939" indent="0">
              <a:buNone/>
              <a:defRPr/>
            </a:lvl4pPr>
            <a:lvl5pPr marL="1473163" indent="0">
              <a:buNone/>
              <a:defRPr/>
            </a:lvl5pPr>
          </a:lstStyle>
          <a:p>
            <a:pPr lvl="0"/>
            <a:r>
              <a:rPr lang="en-GB"/>
              <a:t>Click to enter subheading text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F230C5-C173-4CDF-8F46-DDF8D7240B6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E07AE8-19F2-04D9-93C9-C4F2357C2A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5125" y="1702938"/>
            <a:ext cx="11460163" cy="4358228"/>
          </a:xfrm>
        </p:spPr>
        <p:txBody>
          <a:bodyPr lIns="0" tIns="180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BDB392-CCE1-B2F2-5843-4AF9AE7D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9D93444-D1FE-4C3C-7B81-D2693144C1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5A9796-316D-7A43-F981-F6A071B72BB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BB3DFBF-24AF-7E52-B8DB-67D3FFE146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172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72451" y="1303338"/>
            <a:ext cx="3652838" cy="4766400"/>
          </a:xfrm>
          <a:prstGeom prst="roundRect">
            <a:avLst>
              <a:gd name="adj" fmla="val 4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5125" y="1303338"/>
            <a:ext cx="7554913" cy="4766400"/>
          </a:xfrm>
        </p:spPr>
        <p:txBody>
          <a:bodyPr lIns="0" tIns="234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EBE454E-075C-A112-CE43-2EF9F9B629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1137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4152BBA-B0F3-390F-177B-A659A0DA6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5125" y="1303338"/>
            <a:ext cx="3652838" cy="4766400"/>
          </a:xfrm>
          <a:prstGeom prst="roundRect">
            <a:avLst>
              <a:gd name="adj" fmla="val 4585"/>
            </a:avLst>
          </a:prstGeom>
          <a:solidFill>
            <a:schemeClr val="tx2"/>
          </a:solidFill>
          <a:ln>
            <a:noFill/>
          </a:ln>
        </p:spPr>
        <p:txBody>
          <a:bodyPr wrap="square"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 content ONLY. </a:t>
            </a:r>
            <a:br>
              <a:rPr lang="en-US"/>
            </a:br>
            <a:r>
              <a:rPr lang="en-US"/>
              <a:t>If text content appears outside of the grey placeholder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690446-B95A-4BA4-8B97-68649C262B1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43D66-CBAC-8A3C-D941-445E2D7EFC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70374" y="1303338"/>
            <a:ext cx="7554913" cy="4766400"/>
          </a:xfrm>
        </p:spPr>
        <p:txBody>
          <a:bodyPr lIns="252000" tIns="234000" rIns="0" bIns="1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content appears too large please reduce the size of the font.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40724D-5874-C573-BE68-E74D3056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DDC75F0-FC33-50C5-4836-14CADF87FA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ED293B4-51DD-6A15-3268-DC88E0FC951D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107491-B576-4FBA-DF55-410D54CA7B16}"/>
              </a:ext>
            </a:extLst>
          </p:cNvPr>
          <p:cNvSpPr/>
          <p:nvPr userDrawn="1"/>
        </p:nvSpPr>
        <p:spPr>
          <a:xfrm>
            <a:off x="4017963" y="1820564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174ADB3-40E9-D79D-5368-91D5B54F5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82036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A35D6C9-1CA0-9878-3F7C-4F790C689C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3000" y="1303338"/>
            <a:ext cx="5602288" cy="4766400"/>
          </a:xfrm>
          <a:prstGeom prst="roundRect">
            <a:avLst>
              <a:gd name="adj" fmla="val 425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637B329-27DE-51CE-F4B6-EB1199B217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125" y="1303338"/>
            <a:ext cx="5601600" cy="4766400"/>
          </a:xfrm>
          <a:prstGeom prst="roundRect">
            <a:avLst>
              <a:gd name="adj" fmla="val 39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tIns="1080000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enter TEXT content ONLY.</a:t>
            </a:r>
            <a:br>
              <a:rPr lang="en-US"/>
            </a:br>
            <a:r>
              <a:rPr lang="en-US"/>
              <a:t>If text appears outside of grey placeholder please reduce the size of the font.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7596A-DFCB-4141-B4D9-E8297363009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ED8B1503-3382-4C3A-A672-A88D048E0DA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32525" y="1454538"/>
            <a:ext cx="5266800" cy="781200"/>
          </a:xfrm>
          <a:prstGeom prst="rect">
            <a:avLst/>
          </a:prstGeom>
        </p:spPr>
        <p:txBody>
          <a:bodyPr wrap="square"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CC1C57B-5831-4901-8605-655DBB075B2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391644" y="1454538"/>
            <a:ext cx="5265000" cy="781200"/>
          </a:xfrm>
          <a:prstGeom prst="rect">
            <a:avLst/>
          </a:prstGeom>
        </p:spPr>
        <p:txBody>
          <a:bodyPr wrap="square" lIns="0" tIns="72000" rIns="0" bIns="7200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enter</a:t>
            </a:r>
            <a:br>
              <a:rPr lang="en-GB"/>
            </a:br>
            <a:r>
              <a:rPr lang="en-GB"/>
              <a:t>subheading 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B8AF01B-B7EE-69F0-3113-1E07C2D5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0D87C1-85C7-40B7-3EF5-0997E04A30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DBE383-AB10-CC3B-D342-10443E02C93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F5C0565-DE1E-FC19-F1CA-9831993098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84868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1303338"/>
            <a:ext cx="3652838" cy="4766400"/>
          </a:xfrm>
          <a:prstGeom prst="roundRect">
            <a:avLst>
              <a:gd name="adj" fmla="val 47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180000" tIns="576000" bIns="72000" anchor="ctr">
            <a:noAutofit/>
          </a:bodyPr>
          <a:lstStyle>
            <a:lvl1pPr marL="0" indent="0" algn="ctr">
              <a:buNone/>
              <a:defRPr sz="20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[The image can then be scaled within the frame by using the ‘Crop’ feature in the ‘Picture Format’ tab of the ribbon.</a:t>
            </a:r>
            <a:r>
              <a:rPr lang="en-US"/>
              <a:t>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B623F-E1ED-BC6F-EAB9-2F7C7BB5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5B934E4-D94D-494D-8E16-6927D2105C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4C03FD5-9F96-2D56-07D6-C43A8485D860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76085D-CF39-08FC-5F61-104FFB4306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11946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10E2EBD-4DBA-A411-89A3-C363C68F93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6079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10E2EBD-4DBA-A411-89A3-C363C68F9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219C323-6E00-D14B-433A-AFFED48030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66400"/>
          </a:xfrm>
          <a:custGeom>
            <a:avLst/>
            <a:gdLst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26638 w 7554913"/>
              <a:gd name="connsiteY8" fmla="*/ 1402309 h 4788000"/>
              <a:gd name="connsiteX9" fmla="*/ 807326 w 7554913"/>
              <a:gd name="connsiteY9" fmla="*/ 937371 h 4788000"/>
              <a:gd name="connsiteX10" fmla="*/ 850924 w 7554913"/>
              <a:gd name="connsiteY10" fmla="*/ 893772 h 4788000"/>
              <a:gd name="connsiteX11" fmla="*/ 850924 w 7554913"/>
              <a:gd name="connsiteY11" fmla="*/ 639447 h 4788000"/>
              <a:gd name="connsiteX12" fmla="*/ 1360669 w 7554913"/>
              <a:gd name="connsiteY12" fmla="*/ 12872 h 4788000"/>
              <a:gd name="connsiteX13" fmla="*/ 1482160 w 7554913"/>
              <a:gd name="connsiteY13" fmla="*/ 815 h 4788000"/>
              <a:gd name="connsiteX14" fmla="*/ 1697038 w 7554913"/>
              <a:gd name="connsiteY14" fmla="*/ 815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4892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  <a:gd name="connsiteX0" fmla="*/ 1697038 w 7554913"/>
              <a:gd name="connsiteY0" fmla="*/ 0 h 4788000"/>
              <a:gd name="connsiteX1" fmla="*/ 7378379 w 7554913"/>
              <a:gd name="connsiteY1" fmla="*/ 0 h 4788000"/>
              <a:gd name="connsiteX2" fmla="*/ 7554913 w 7554913"/>
              <a:gd name="connsiteY2" fmla="*/ 176534 h 4788000"/>
              <a:gd name="connsiteX3" fmla="*/ 7554913 w 7554913"/>
              <a:gd name="connsiteY3" fmla="*/ 4611466 h 4788000"/>
              <a:gd name="connsiteX4" fmla="*/ 7378379 w 7554913"/>
              <a:gd name="connsiteY4" fmla="*/ 4788000 h 4788000"/>
              <a:gd name="connsiteX5" fmla="*/ 176534 w 7554913"/>
              <a:gd name="connsiteY5" fmla="*/ 4788000 h 4788000"/>
              <a:gd name="connsiteX6" fmla="*/ 0 w 7554913"/>
              <a:gd name="connsiteY6" fmla="*/ 4611466 h 4788000"/>
              <a:gd name="connsiteX7" fmla="*/ 0 w 7554913"/>
              <a:gd name="connsiteY7" fmla="*/ 1552711 h 4788000"/>
              <a:gd name="connsiteX8" fmla="*/ 807326 w 7554913"/>
              <a:gd name="connsiteY8" fmla="*/ 937371 h 4788000"/>
              <a:gd name="connsiteX9" fmla="*/ 850924 w 7554913"/>
              <a:gd name="connsiteY9" fmla="*/ 893772 h 4788000"/>
              <a:gd name="connsiteX10" fmla="*/ 850924 w 7554913"/>
              <a:gd name="connsiteY10" fmla="*/ 639447 h 4788000"/>
              <a:gd name="connsiteX11" fmla="*/ 1360669 w 7554913"/>
              <a:gd name="connsiteY11" fmla="*/ 12872 h 4788000"/>
              <a:gd name="connsiteX12" fmla="*/ 1482160 w 7554913"/>
              <a:gd name="connsiteY12" fmla="*/ 815 h 4788000"/>
              <a:gd name="connsiteX13" fmla="*/ 1697038 w 7554913"/>
              <a:gd name="connsiteY13" fmla="*/ 815 h 4788000"/>
              <a:gd name="connsiteX14" fmla="*/ 1697038 w 7554913"/>
              <a:gd name="connsiteY14" fmla="*/ 0 h 47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8000">
                <a:moveTo>
                  <a:pt x="1697038" y="0"/>
                </a:moveTo>
                <a:lnTo>
                  <a:pt x="7378379" y="0"/>
                </a:lnTo>
                <a:cubicBezTo>
                  <a:pt x="7475876" y="0"/>
                  <a:pt x="7554913" y="79037"/>
                  <a:pt x="7554913" y="176534"/>
                </a:cubicBezTo>
                <a:lnTo>
                  <a:pt x="7554913" y="4611466"/>
                </a:lnTo>
                <a:cubicBezTo>
                  <a:pt x="7554913" y="4708963"/>
                  <a:pt x="7475876" y="4788000"/>
                  <a:pt x="7378379" y="4788000"/>
                </a:cubicBezTo>
                <a:lnTo>
                  <a:pt x="176534" y="4788000"/>
                </a:lnTo>
                <a:cubicBezTo>
                  <a:pt x="79037" y="4788000"/>
                  <a:pt x="0" y="4708963"/>
                  <a:pt x="0" y="4611466"/>
                </a:cubicBezTo>
                <a:lnTo>
                  <a:pt x="0" y="1552711"/>
                </a:lnTo>
                <a:cubicBezTo>
                  <a:pt x="8759" y="1063964"/>
                  <a:pt x="590287" y="923198"/>
                  <a:pt x="807326" y="937371"/>
                </a:cubicBezTo>
                <a:cubicBezTo>
                  <a:pt x="836392" y="937371"/>
                  <a:pt x="850924" y="915573"/>
                  <a:pt x="850924" y="893772"/>
                </a:cubicBezTo>
                <a:lnTo>
                  <a:pt x="850924" y="639447"/>
                </a:lnTo>
                <a:cubicBezTo>
                  <a:pt x="850924" y="327898"/>
                  <a:pt x="1067897" y="71983"/>
                  <a:pt x="1360669" y="12872"/>
                </a:cubicBezTo>
                <a:lnTo>
                  <a:pt x="1482160" y="815"/>
                </a:lnTo>
                <a:lnTo>
                  <a:pt x="1697038" y="815"/>
                </a:lnTo>
                <a:lnTo>
                  <a:pt x="169703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B84926-EEA3-D13A-C1FB-3FEC18A7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1464933-1F00-DED1-00C8-C81A38AE38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DCCF40-1773-437E-7AB4-DDD201CB4D42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B1B5D55-0A31-AD5D-5B30-D5B3767F4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94215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7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8DB8D52-5A42-AF02-A231-C38CC50C6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7554913" cy="4766400"/>
          </a:xfrm>
          <a:custGeom>
            <a:avLst/>
            <a:gdLst>
              <a:gd name="connsiteX0" fmla="*/ 176482 w 7554913"/>
              <a:gd name="connsiteY0" fmla="*/ 0 h 4787900"/>
              <a:gd name="connsiteX1" fmla="*/ 7378431 w 7554913"/>
              <a:gd name="connsiteY1" fmla="*/ 0 h 4787900"/>
              <a:gd name="connsiteX2" fmla="*/ 7554913 w 7554913"/>
              <a:gd name="connsiteY2" fmla="*/ 176482 h 4787900"/>
              <a:gd name="connsiteX3" fmla="*/ 7554913 w 7554913"/>
              <a:gd name="connsiteY3" fmla="*/ 4611418 h 4787900"/>
              <a:gd name="connsiteX4" fmla="*/ 7378431 w 7554913"/>
              <a:gd name="connsiteY4" fmla="*/ 4787900 h 4787900"/>
              <a:gd name="connsiteX5" fmla="*/ 176482 w 7554913"/>
              <a:gd name="connsiteY5" fmla="*/ 4787900 h 4787900"/>
              <a:gd name="connsiteX6" fmla="*/ 0 w 7554913"/>
              <a:gd name="connsiteY6" fmla="*/ 4611418 h 4787900"/>
              <a:gd name="connsiteX7" fmla="*/ 0 w 7554913"/>
              <a:gd name="connsiteY7" fmla="*/ 2799479 h 4787900"/>
              <a:gd name="connsiteX8" fmla="*/ 3012 w 7554913"/>
              <a:gd name="connsiteY8" fmla="*/ 2763995 h 4787900"/>
              <a:gd name="connsiteX9" fmla="*/ 415133 w 7554913"/>
              <a:gd name="connsiteY9" fmla="*/ 2402680 h 4787900"/>
              <a:gd name="connsiteX10" fmla="*/ 415133 w 7554913"/>
              <a:gd name="connsiteY10" fmla="*/ 2385217 h 4787900"/>
              <a:gd name="connsiteX11" fmla="*/ 3012 w 7554913"/>
              <a:gd name="connsiteY11" fmla="*/ 2023907 h 4787900"/>
              <a:gd name="connsiteX12" fmla="*/ 0 w 7554913"/>
              <a:gd name="connsiteY12" fmla="*/ 1988423 h 4787900"/>
              <a:gd name="connsiteX13" fmla="*/ 0 w 7554913"/>
              <a:gd name="connsiteY13" fmla="*/ 176482 h 4787900"/>
              <a:gd name="connsiteX14" fmla="*/ 176482 w 7554913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54913" h="4787900">
                <a:moveTo>
                  <a:pt x="176482" y="0"/>
                </a:moveTo>
                <a:lnTo>
                  <a:pt x="7378431" y="0"/>
                </a:lnTo>
                <a:cubicBezTo>
                  <a:pt x="7475899" y="0"/>
                  <a:pt x="7554913" y="79014"/>
                  <a:pt x="7554913" y="176482"/>
                </a:cubicBezTo>
                <a:lnTo>
                  <a:pt x="7554913" y="4611418"/>
                </a:lnTo>
                <a:cubicBezTo>
                  <a:pt x="7554913" y="4708886"/>
                  <a:pt x="7475899" y="4787900"/>
                  <a:pt x="7378431" y="4787900"/>
                </a:cubicBezTo>
                <a:lnTo>
                  <a:pt x="176482" y="4787900"/>
                </a:lnTo>
                <a:cubicBezTo>
                  <a:pt x="79014" y="4787900"/>
                  <a:pt x="0" y="4708886"/>
                  <a:pt x="0" y="4611418"/>
                </a:cubicBezTo>
                <a:lnTo>
                  <a:pt x="0" y="2799479"/>
                </a:lnTo>
                <a:lnTo>
                  <a:pt x="3012" y="2763995"/>
                </a:lnTo>
                <a:cubicBezTo>
                  <a:pt x="35433" y="2581833"/>
                  <a:pt x="179824" y="2466853"/>
                  <a:pt x="415133" y="2402680"/>
                </a:cubicBezTo>
                <a:cubicBezTo>
                  <a:pt x="425612" y="2399188"/>
                  <a:pt x="425612" y="2388709"/>
                  <a:pt x="415133" y="2385217"/>
                </a:cubicBezTo>
                <a:cubicBezTo>
                  <a:pt x="179824" y="2321043"/>
                  <a:pt x="35433" y="2206068"/>
                  <a:pt x="3012" y="2023907"/>
                </a:cubicBezTo>
                <a:lnTo>
                  <a:pt x="0" y="1988423"/>
                </a:lnTo>
                <a:lnTo>
                  <a:pt x="0" y="176482"/>
                </a:lnTo>
                <a:cubicBezTo>
                  <a:pt x="0" y="79014"/>
                  <a:pt x="79014" y="0"/>
                  <a:pt x="1764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2000" tIns="216000" rIns="72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744E32-9E6E-5A11-A7A0-D8AFCFEDB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9AF8F91-23D2-DD88-482D-7FAFF27C51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B64EB2-7F66-5CCC-3945-F5156896877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FEE267-A283-8B02-B3DA-CF84DC7C25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86145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FB8F13-AB38-63DB-D1F1-86B6EF73DD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2451" y="242888"/>
            <a:ext cx="3652838" cy="5848312"/>
          </a:xfrm>
          <a:custGeom>
            <a:avLst/>
            <a:gdLst>
              <a:gd name="connsiteX0" fmla="*/ 190569 w 3652838"/>
              <a:gd name="connsiteY0" fmla="*/ 0 h 5848312"/>
              <a:gd name="connsiteX1" fmla="*/ 3462269 w 3652838"/>
              <a:gd name="connsiteY1" fmla="*/ 0 h 5848312"/>
              <a:gd name="connsiteX2" fmla="*/ 3652838 w 3652838"/>
              <a:gd name="connsiteY2" fmla="*/ 190569 h 5848312"/>
              <a:gd name="connsiteX3" fmla="*/ 3652838 w 3652838"/>
              <a:gd name="connsiteY3" fmla="*/ 5657743 h 5848312"/>
              <a:gd name="connsiteX4" fmla="*/ 3462269 w 3652838"/>
              <a:gd name="connsiteY4" fmla="*/ 5848312 h 5848312"/>
              <a:gd name="connsiteX5" fmla="*/ 190569 w 3652838"/>
              <a:gd name="connsiteY5" fmla="*/ 5848312 h 5848312"/>
              <a:gd name="connsiteX6" fmla="*/ 0 w 3652838"/>
              <a:gd name="connsiteY6" fmla="*/ 5657743 h 5848312"/>
              <a:gd name="connsiteX7" fmla="*/ 0 w 3652838"/>
              <a:gd name="connsiteY7" fmla="*/ 3402065 h 5848312"/>
              <a:gd name="connsiteX8" fmla="*/ 7373 w 3652838"/>
              <a:gd name="connsiteY8" fmla="*/ 3315183 h 5848312"/>
              <a:gd name="connsiteX9" fmla="*/ 442863 w 3652838"/>
              <a:gd name="connsiteY9" fmla="*/ 2933380 h 5848312"/>
              <a:gd name="connsiteX10" fmla="*/ 442863 w 3652838"/>
              <a:gd name="connsiteY10" fmla="*/ 2914928 h 5848312"/>
              <a:gd name="connsiteX11" fmla="*/ 7373 w 3652838"/>
              <a:gd name="connsiteY11" fmla="*/ 2533130 h 5848312"/>
              <a:gd name="connsiteX12" fmla="*/ 0 w 3652838"/>
              <a:gd name="connsiteY12" fmla="*/ 2446249 h 5848312"/>
              <a:gd name="connsiteX13" fmla="*/ 0 w 3652838"/>
              <a:gd name="connsiteY13" fmla="*/ 190569 h 5848312"/>
              <a:gd name="connsiteX14" fmla="*/ 190569 w 3652838"/>
              <a:gd name="connsiteY14" fmla="*/ 0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652838" h="5848312">
                <a:moveTo>
                  <a:pt x="190569" y="0"/>
                </a:moveTo>
                <a:lnTo>
                  <a:pt x="3462269" y="0"/>
                </a:lnTo>
                <a:cubicBezTo>
                  <a:pt x="3567517" y="0"/>
                  <a:pt x="3652838" y="85321"/>
                  <a:pt x="3652838" y="190569"/>
                </a:cubicBezTo>
                <a:lnTo>
                  <a:pt x="3652838" y="5657743"/>
                </a:lnTo>
                <a:cubicBezTo>
                  <a:pt x="3652838" y="5762991"/>
                  <a:pt x="3567517" y="5848312"/>
                  <a:pt x="3462269" y="5848312"/>
                </a:cubicBezTo>
                <a:lnTo>
                  <a:pt x="190569" y="5848312"/>
                </a:lnTo>
                <a:cubicBezTo>
                  <a:pt x="85321" y="5848312"/>
                  <a:pt x="0" y="5762991"/>
                  <a:pt x="0" y="5657743"/>
                </a:cubicBezTo>
                <a:lnTo>
                  <a:pt x="0" y="3402065"/>
                </a:lnTo>
                <a:lnTo>
                  <a:pt x="7373" y="3315183"/>
                </a:lnTo>
                <a:cubicBezTo>
                  <a:pt x="41632" y="3122692"/>
                  <a:pt x="194211" y="3001193"/>
                  <a:pt x="442863" y="2933380"/>
                </a:cubicBezTo>
                <a:cubicBezTo>
                  <a:pt x="453936" y="2929691"/>
                  <a:pt x="453936" y="2918617"/>
                  <a:pt x="442863" y="2914928"/>
                </a:cubicBezTo>
                <a:cubicBezTo>
                  <a:pt x="194211" y="2847115"/>
                  <a:pt x="41632" y="2725620"/>
                  <a:pt x="7373" y="2533130"/>
                </a:cubicBezTo>
                <a:lnTo>
                  <a:pt x="0" y="2446249"/>
                </a:lnTo>
                <a:lnTo>
                  <a:pt x="0" y="190569"/>
                </a:lnTo>
                <a:cubicBezTo>
                  <a:pt x="0" y="85321"/>
                  <a:pt x="85321" y="0"/>
                  <a:pt x="1905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08000" tIns="576000" rIns="108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4101"/>
            <a:ext cx="7554913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02126E-B6A8-2921-6EF1-1AB371E2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242888"/>
            <a:ext cx="7554912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475D3A0-2D66-AC67-134B-77A55D269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7554913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1FF2E9-41D3-FCB0-8100-2CB5AD7B0637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05420F-511B-9249-451B-92544C8E90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87599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C1E2B43-F98E-82F3-DBAA-FC13402D7C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242888"/>
            <a:ext cx="7554914" cy="5848312"/>
          </a:xfrm>
          <a:custGeom>
            <a:avLst/>
            <a:gdLst>
              <a:gd name="connsiteX0" fmla="*/ 2145019 w 7554914"/>
              <a:gd name="connsiteY0" fmla="*/ 0 h 5848312"/>
              <a:gd name="connsiteX1" fmla="*/ 7370751 w 7554914"/>
              <a:gd name="connsiteY1" fmla="*/ 0 h 5848312"/>
              <a:gd name="connsiteX2" fmla="*/ 7554914 w 7554914"/>
              <a:gd name="connsiteY2" fmla="*/ 184163 h 5848312"/>
              <a:gd name="connsiteX3" fmla="*/ 7554914 w 7554914"/>
              <a:gd name="connsiteY3" fmla="*/ 5664149 h 5848312"/>
              <a:gd name="connsiteX4" fmla="*/ 7370751 w 7554914"/>
              <a:gd name="connsiteY4" fmla="*/ 5848312 h 5848312"/>
              <a:gd name="connsiteX5" fmla="*/ 184163 w 7554914"/>
              <a:gd name="connsiteY5" fmla="*/ 5848312 h 5848312"/>
              <a:gd name="connsiteX6" fmla="*/ 0 w 7554914"/>
              <a:gd name="connsiteY6" fmla="*/ 5664149 h 5848312"/>
              <a:gd name="connsiteX7" fmla="*/ 0 w 7554914"/>
              <a:gd name="connsiteY7" fmla="*/ 2161063 h 5848312"/>
              <a:gd name="connsiteX8" fmla="*/ 38324 w 7554914"/>
              <a:gd name="connsiteY8" fmla="*/ 2036037 h 5848312"/>
              <a:gd name="connsiteX9" fmla="*/ 1172960 w 7554914"/>
              <a:gd name="connsiteY9" fmla="*/ 1360305 h 5848312"/>
              <a:gd name="connsiteX10" fmla="*/ 1236325 w 7554914"/>
              <a:gd name="connsiteY10" fmla="*/ 1296939 h 5848312"/>
              <a:gd name="connsiteX11" fmla="*/ 1236325 w 7554914"/>
              <a:gd name="connsiteY11" fmla="*/ 927309 h 5848312"/>
              <a:gd name="connsiteX12" fmla="*/ 1977178 w 7554914"/>
              <a:gd name="connsiteY12" fmla="*/ 16657 h 584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554914" h="5848312">
                <a:moveTo>
                  <a:pt x="2145019" y="0"/>
                </a:moveTo>
                <a:lnTo>
                  <a:pt x="7370751" y="0"/>
                </a:lnTo>
                <a:cubicBezTo>
                  <a:pt x="7472461" y="0"/>
                  <a:pt x="7554914" y="82453"/>
                  <a:pt x="7554914" y="184163"/>
                </a:cubicBezTo>
                <a:lnTo>
                  <a:pt x="7554914" y="5664149"/>
                </a:lnTo>
                <a:cubicBezTo>
                  <a:pt x="7554914" y="5765859"/>
                  <a:pt x="7472461" y="5848312"/>
                  <a:pt x="7370751" y="5848312"/>
                </a:cubicBezTo>
                <a:lnTo>
                  <a:pt x="184163" y="5848312"/>
                </a:lnTo>
                <a:cubicBezTo>
                  <a:pt x="82453" y="5848312"/>
                  <a:pt x="0" y="5765859"/>
                  <a:pt x="0" y="5664149"/>
                </a:cubicBezTo>
                <a:lnTo>
                  <a:pt x="0" y="2161063"/>
                </a:lnTo>
                <a:lnTo>
                  <a:pt x="38324" y="2036037"/>
                </a:lnTo>
                <a:cubicBezTo>
                  <a:pt x="232381" y="1588024"/>
                  <a:pt x="681881" y="1376146"/>
                  <a:pt x="1172960" y="1360305"/>
                </a:cubicBezTo>
                <a:cubicBezTo>
                  <a:pt x="1215204" y="1360305"/>
                  <a:pt x="1236325" y="1328624"/>
                  <a:pt x="1236325" y="1296939"/>
                </a:cubicBezTo>
                <a:lnTo>
                  <a:pt x="1236325" y="927309"/>
                </a:lnTo>
                <a:cubicBezTo>
                  <a:pt x="1236325" y="474509"/>
                  <a:pt x="1551669" y="102568"/>
                  <a:pt x="1977178" y="166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180000" tIns="576000" bIns="72000" anchor="ctr">
            <a:noAutofit/>
          </a:bodyPr>
          <a:lstStyle>
            <a:lvl1pPr marL="0" indent="0" algn="ctr"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4101"/>
            <a:ext cx="3652839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B4A4D5-34F7-4B9E-9971-87C022586B1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08CFF33-B49E-9711-53F9-19D0CC0A1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242888"/>
            <a:ext cx="390525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A3CE1FB-D5F5-92E1-9D34-DB8E8889C9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3905250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91AF96-43AB-49E0-5AA2-71826DA9639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62E8907-F169-D71D-80AC-50016E4980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00743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2100262"/>
            <a:ext cx="3652838" cy="3969475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0" indent="0">
              <a:buNone/>
              <a:defRPr sz="2200"/>
            </a:lvl1pPr>
          </a:lstStyle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US"/>
              <a:t>If text content appears too large please reduce the size of the font.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4743C-0184-4AE6-8901-D4C4FE13116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FC42DF1-9B7E-9A5C-E40E-35292FD97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65126" y="1303338"/>
            <a:ext cx="3480970" cy="796925"/>
          </a:xfrm>
        </p:spPr>
        <p:txBody>
          <a:bodyPr lIns="0" tIns="72000" rIns="0" bIns="7200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357542" indent="0">
              <a:buNone/>
              <a:defRPr/>
            </a:lvl2pPr>
            <a:lvl3pPr marL="719982" indent="0">
              <a:buNone/>
              <a:defRPr/>
            </a:lvl3pPr>
            <a:lvl4pPr marL="1081424" indent="0">
              <a:buNone/>
              <a:defRPr/>
            </a:lvl4pPr>
            <a:lvl5pPr marL="1439964" indent="0">
              <a:buNone/>
              <a:defRPr/>
            </a:lvl5pPr>
          </a:lstStyle>
          <a:p>
            <a:pPr lvl="0"/>
            <a:r>
              <a:rPr lang="en-US"/>
              <a:t>Click to edit subheading text</a:t>
            </a:r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42A83F9-173D-2F5C-840B-653949B4C5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8179" y="1303337"/>
            <a:ext cx="7977108" cy="4766400"/>
          </a:xfrm>
          <a:custGeom>
            <a:avLst/>
            <a:gdLst>
              <a:gd name="connsiteX0" fmla="*/ 594703 w 7977108"/>
              <a:gd name="connsiteY0" fmla="*/ 0 h 4787900"/>
              <a:gd name="connsiteX1" fmla="*/ 7804600 w 7977108"/>
              <a:gd name="connsiteY1" fmla="*/ 0 h 4787900"/>
              <a:gd name="connsiteX2" fmla="*/ 7977108 w 7977108"/>
              <a:gd name="connsiteY2" fmla="*/ 172508 h 4787900"/>
              <a:gd name="connsiteX3" fmla="*/ 7977108 w 7977108"/>
              <a:gd name="connsiteY3" fmla="*/ 4615392 h 4787900"/>
              <a:gd name="connsiteX4" fmla="*/ 7804600 w 7977108"/>
              <a:gd name="connsiteY4" fmla="*/ 4787900 h 4787900"/>
              <a:gd name="connsiteX5" fmla="*/ 594703 w 7977108"/>
              <a:gd name="connsiteY5" fmla="*/ 4787900 h 4787900"/>
              <a:gd name="connsiteX6" fmla="*/ 422195 w 7977108"/>
              <a:gd name="connsiteY6" fmla="*/ 4615392 h 4787900"/>
              <a:gd name="connsiteX7" fmla="*/ 422195 w 7977108"/>
              <a:gd name="connsiteY7" fmla="*/ 1002316 h 4787900"/>
              <a:gd name="connsiteX8" fmla="*/ 419981 w 7977108"/>
              <a:gd name="connsiteY8" fmla="*/ 976226 h 4787900"/>
              <a:gd name="connsiteX9" fmla="*/ 7859 w 7977108"/>
              <a:gd name="connsiteY9" fmla="*/ 614915 h 4787900"/>
              <a:gd name="connsiteX10" fmla="*/ 7859 w 7977108"/>
              <a:gd name="connsiteY10" fmla="*/ 597453 h 4787900"/>
              <a:gd name="connsiteX11" fmla="*/ 419981 w 7977108"/>
              <a:gd name="connsiteY11" fmla="*/ 236137 h 4787900"/>
              <a:gd name="connsiteX12" fmla="*/ 422195 w 7977108"/>
              <a:gd name="connsiteY12" fmla="*/ 210041 h 4787900"/>
              <a:gd name="connsiteX13" fmla="*/ 422195 w 7977108"/>
              <a:gd name="connsiteY13" fmla="*/ 172508 h 4787900"/>
              <a:gd name="connsiteX14" fmla="*/ 594703 w 7977108"/>
              <a:gd name="connsiteY14" fmla="*/ 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77108" h="4787900">
                <a:moveTo>
                  <a:pt x="594703" y="0"/>
                </a:moveTo>
                <a:lnTo>
                  <a:pt x="7804600" y="0"/>
                </a:lnTo>
                <a:cubicBezTo>
                  <a:pt x="7899874" y="0"/>
                  <a:pt x="7977108" y="77234"/>
                  <a:pt x="7977108" y="172508"/>
                </a:cubicBezTo>
                <a:lnTo>
                  <a:pt x="7977108" y="4615392"/>
                </a:lnTo>
                <a:cubicBezTo>
                  <a:pt x="7977108" y="4710666"/>
                  <a:pt x="7899874" y="4787900"/>
                  <a:pt x="7804600" y="4787900"/>
                </a:cubicBezTo>
                <a:lnTo>
                  <a:pt x="594703" y="4787900"/>
                </a:lnTo>
                <a:cubicBezTo>
                  <a:pt x="499429" y="4787900"/>
                  <a:pt x="422195" y="4710666"/>
                  <a:pt x="422195" y="4615392"/>
                </a:cubicBezTo>
                <a:lnTo>
                  <a:pt x="422195" y="1002316"/>
                </a:lnTo>
                <a:lnTo>
                  <a:pt x="419981" y="976226"/>
                </a:lnTo>
                <a:cubicBezTo>
                  <a:pt x="387560" y="794064"/>
                  <a:pt x="243169" y="679089"/>
                  <a:pt x="7859" y="614915"/>
                </a:cubicBezTo>
                <a:cubicBezTo>
                  <a:pt x="-2620" y="611423"/>
                  <a:pt x="-2620" y="600944"/>
                  <a:pt x="7859" y="597453"/>
                </a:cubicBezTo>
                <a:cubicBezTo>
                  <a:pt x="243169" y="533278"/>
                  <a:pt x="387560" y="418299"/>
                  <a:pt x="419981" y="236137"/>
                </a:cubicBezTo>
                <a:lnTo>
                  <a:pt x="422195" y="210041"/>
                </a:lnTo>
                <a:lnTo>
                  <a:pt x="422195" y="172508"/>
                </a:lnTo>
                <a:cubicBezTo>
                  <a:pt x="422195" y="77234"/>
                  <a:pt x="499429" y="0"/>
                  <a:pt x="59470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900000" tIns="216000" rIns="540000" bIns="72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2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</a:t>
            </a:r>
            <a:r>
              <a:rPr lang="en-GB"/>
              <a:t>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E92BEDA-CC1A-B239-4AEA-C3F37E214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750812B-2C47-57D4-77B8-4674E64952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DE5D052-D1E8-918C-87BF-6E3142B87FE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353966C-895B-F3B6-C962-074451B445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159043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6" y="1303338"/>
            <a:ext cx="560228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1303338"/>
            <a:ext cx="5602288" cy="2253600"/>
          </a:xfrm>
          <a:prstGeom prst="roundRect">
            <a:avLst>
              <a:gd name="adj" fmla="val 85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223001" y="3812526"/>
            <a:ext cx="5678576" cy="2253600"/>
          </a:xfrm>
          <a:prstGeom prst="roundRect">
            <a:avLst>
              <a:gd name="adj" fmla="val 849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6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</a:t>
            </a:r>
            <a:br>
              <a:rPr lang="en-US"/>
            </a:br>
            <a:r>
              <a:rPr lang="en-US"/>
              <a:t>using the ‘Crop’ feature in the ‘Picture Format’ tab </a:t>
            </a:r>
            <a:br>
              <a:rPr lang="en-US"/>
            </a:br>
            <a:r>
              <a:rPr lang="en-US"/>
              <a:t>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6A279A2-5C44-FF2E-B384-6E6E2D4B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A0BC10E-676C-5CAF-16CC-96A54F223F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C5935EB-46DA-41B4-C62C-331192886E84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BBE301A-BBDA-D5D6-59B1-EF895FA3FD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41556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1303338"/>
            <a:ext cx="3652838" cy="4766400"/>
          </a:xfrm>
          <a:prstGeom prst="rect">
            <a:avLst/>
          </a:prstGeom>
        </p:spPr>
        <p:txBody>
          <a:bodyPr lIns="0" tIns="180000" rIns="0" bIns="180000">
            <a:noAutofit/>
          </a:bodyPr>
          <a:lstStyle>
            <a:lvl1pPr marL="359991" indent="-359991">
              <a:buClr>
                <a:schemeClr val="tx2"/>
              </a:buClr>
              <a:buFont typeface="Arial" panose="020B0604020202020204" pitchFamily="34" charset="0"/>
              <a:buChar char="•"/>
              <a:defRPr/>
            </a:lvl1pPr>
            <a:lvl2pPr marL="71753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2pPr>
            <a:lvl3pPr marL="1079973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3pPr>
            <a:lvl4pPr marL="144141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4pPr>
            <a:lvl5pPr marL="1799955" indent="-359991">
              <a:buClr>
                <a:schemeClr val="tx1"/>
              </a:buClr>
              <a:buFont typeface="Arial" panose="020B0604020202020204" pitchFamily="34" charset="0"/>
              <a:buChar char="-"/>
              <a:defRPr/>
            </a:lvl5pPr>
          </a:lstStyle>
          <a:p>
            <a:pPr lvl="0"/>
            <a:r>
              <a:rPr lang="en-GB"/>
              <a:t>Click to enter text content. </a:t>
            </a:r>
            <a:r>
              <a:rPr lang="en-US"/>
              <a:t>If text content appears too large please reduce the size of the font.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270375" y="1303337"/>
            <a:ext cx="3649663" cy="4766400"/>
          </a:xfrm>
          <a:prstGeom prst="roundRect">
            <a:avLst>
              <a:gd name="adj" fmla="val 48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172450" y="1303337"/>
            <a:ext cx="3650400" cy="4766400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8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F5920EC-DA01-4E88-EF64-4CA7B4F1B0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17010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Image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9168539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2258698-286C-88FD-70CB-ECDC7EEF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5C8553-9D06-642B-D0A0-1E6DF4F5CE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036485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C8E6EBF-1077-88CA-250A-BC3D173D6251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BF5920EC-DA01-4E88-EF64-4CA7B4F1B0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12DF560-A3CB-1F04-0529-8E6CDA7195F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34384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52ABF3A6-033D-0661-3744-F396344E76A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299280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F372264A-F591-0A90-3AD4-5379FA605C4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65125" y="1303333"/>
            <a:ext cx="2656749" cy="2125668"/>
          </a:xfrm>
          <a:prstGeom prst="roundRect">
            <a:avLst>
              <a:gd name="adj" fmla="val 50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0" tIns="180000" rIns="0" bIns="72000" anchor="ctr">
            <a:noAutofit/>
          </a:bodyPr>
          <a:lstStyle>
            <a:lvl1pPr marL="0" indent="0" algn="ctr">
              <a:buNone/>
              <a:defRPr sz="1400" i="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[Click here to insert image]</a:t>
            </a:r>
            <a:br>
              <a:rPr lang="en-GB"/>
            </a:br>
            <a:br>
              <a:rPr lang="en-GB"/>
            </a:br>
            <a:r>
              <a:rPr lang="en-GB"/>
              <a:t>[</a:t>
            </a:r>
            <a:r>
              <a:rPr lang="en-US"/>
              <a:t>The image can then be scaled within the frame by using the ‘Crop’ feature in the ‘Picture Format’ tab of the ribbon. Right click on image to add/edit alt text]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76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E2FA657-3A41-6C8A-7C73-5FF4D5761F76}"/>
              </a:ext>
            </a:extLst>
          </p:cNvPr>
          <p:cNvSpPr>
            <a:spLocks noGrp="1"/>
          </p:cNvSpPr>
          <p:nvPr>
            <p:ph type="tbl" sz="quarter" idx="34" hasCustomPrompt="1"/>
          </p:nvPr>
        </p:nvSpPr>
        <p:spPr>
          <a:xfrm>
            <a:off x="365119" y="1303337"/>
            <a:ext cx="11459625" cy="4766400"/>
          </a:xfrm>
        </p:spPr>
        <p:txBody>
          <a:bodyPr lIns="0" rIns="0">
            <a:noAutofit/>
          </a:bodyPr>
          <a:lstStyle>
            <a:lvl1pPr>
              <a:defRPr/>
            </a:lvl1pPr>
          </a:lstStyle>
          <a:p>
            <a:r>
              <a:rPr lang="en-GB"/>
              <a:t>Click TABLE icon to insert table.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7A4EB32-D948-C409-F1E5-9F712310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E30107F-6B57-65E7-BD35-CCB493B8D6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611BFB-31C6-6656-90B9-BB1C81967B2F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8DA8201-9976-4B41-7F81-BCD4E09D84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9301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E44AE-F798-4C55-8F91-872E4A73792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8994D5C1-7836-1E91-87FA-56E472221EB3}"/>
              </a:ext>
            </a:extLst>
          </p:cNvPr>
          <p:cNvSpPr>
            <a:spLocks noGrp="1"/>
          </p:cNvSpPr>
          <p:nvPr>
            <p:ph type="chart" sz="quarter" idx="34" hasCustomPrompt="1"/>
          </p:nvPr>
        </p:nvSpPr>
        <p:spPr>
          <a:xfrm>
            <a:off x="365125" y="1303336"/>
            <a:ext cx="11460163" cy="4766400"/>
          </a:xfrm>
        </p:spPr>
        <p:txBody>
          <a:bodyPr lIns="0" rIns="0">
            <a:noAutofit/>
          </a:bodyPr>
          <a:lstStyle>
            <a:lvl1pPr>
              <a:defRPr/>
            </a:lvl1pPr>
          </a:lstStyle>
          <a:p>
            <a:r>
              <a:rPr lang="en-GB"/>
              <a:t>Click CHART icons to insert chart.</a:t>
            </a:r>
            <a:br>
              <a:rPr lang="en-GB"/>
            </a:br>
            <a:r>
              <a:rPr lang="en-US"/>
              <a:t>Please ensure your chart title, legend, x and y axis titles are minimum 12 </a:t>
            </a:r>
            <a:r>
              <a:rPr lang="en-US" err="1"/>
              <a:t>pt</a:t>
            </a:r>
            <a:r>
              <a:rPr lang="en-US"/>
              <a:t>, Arial black for accessibility.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CCEE79-8221-4C6C-2397-0791C954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091ECF0-259D-F144-9708-B8296C87B0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3FC0E92-53E2-6353-15B7-7028E9E80A82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11829B2-A918-24F6-E562-35F178ADD8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351546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011C033-6E2A-C297-AF5C-78D98E12C4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07137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70C223B-EC3F-01A9-ECD3-7E6A591C40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F5241F-6CBA-AE82-8AEE-138E90E20FA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28" t="12162" r="1499" b="12843"/>
          <a:stretch/>
        </p:blipFill>
        <p:spPr>
          <a:xfrm>
            <a:off x="219299" y="6191252"/>
            <a:ext cx="1215582" cy="563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0C54E86-8E74-E1E1-9919-BF95D8B21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936C739-784E-0B16-D78E-DAACEC459BE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8BE41CA-ABEC-55CB-D62E-31831DAD300E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D2B2F08-59F4-C534-9E38-C5C2F0601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>
                <a:solidFill>
                  <a:schemeClr val="bg1"/>
                </a:solidFill>
              </a:defRPr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24167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04D0DB-B534-DFAD-4B22-AE907C809D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00" y="6337896"/>
            <a:ext cx="9640389" cy="29880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800" baseline="0"/>
            </a:lvl1pPr>
            <a:lvl2pPr marL="357542" indent="0">
              <a:buNone/>
              <a:defRPr sz="1067"/>
            </a:lvl2pPr>
            <a:lvl3pPr marL="719982" indent="0">
              <a:buNone/>
              <a:defRPr sz="1067"/>
            </a:lvl3pPr>
            <a:lvl4pPr marL="1081424" indent="0">
              <a:buNone/>
              <a:defRPr sz="1067"/>
            </a:lvl4pPr>
            <a:lvl5pPr marL="1439964" indent="0">
              <a:buNone/>
              <a:defRPr sz="1067"/>
            </a:lvl5pPr>
          </a:lstStyle>
          <a:p>
            <a:pPr lvl="0"/>
            <a:r>
              <a:rPr lang="en-GB"/>
              <a:t>Insert Source text here</a:t>
            </a:r>
          </a:p>
        </p:txBody>
      </p:sp>
    </p:spTree>
    <p:extLst>
      <p:ext uri="{BB962C8B-B14F-4D97-AF65-F5344CB8AC3E}">
        <p14:creationId xmlns:p14="http://schemas.microsoft.com/office/powerpoint/2010/main" val="48286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64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1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210B85-691C-7298-6DB6-61C25A5191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611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210B85-691C-7298-6DB6-61C25A519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1F7EFD61-0B79-2619-1483-7B804B2C82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11460163" cy="1260000"/>
          </a:xfrm>
        </p:spPr>
        <p:txBody>
          <a:bodyPr vert="horz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BC9BD8C-031D-7F0A-C46B-D38FB01367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11460164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tx2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B01FA46-1D8D-93AD-9A24-7740D438F0B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175" y="5967611"/>
            <a:ext cx="1401150" cy="42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8276E86-C9B6-1B20-0470-A93E9FE768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6347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8276E86-C9B6-1B20-0470-A93E9FE768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7905DD1F-ADCE-21F5-3B42-348B73562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5" y="3235800"/>
            <a:ext cx="8651875" cy="1260000"/>
          </a:xfrm>
        </p:spPr>
        <p:txBody>
          <a:bodyPr vert="horz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section header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A65F606-CDCB-0367-61AA-199FECCB3A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4514654"/>
            <a:ext cx="8651876" cy="4752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800" i="0">
                <a:solidFill>
                  <a:schemeClr val="bg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section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E066BEF-B097-8826-7B68-974384A3DA4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772" t="25173" r="16016" b="28870"/>
          <a:stretch/>
        </p:blipFill>
        <p:spPr>
          <a:xfrm>
            <a:off x="322824" y="5861243"/>
            <a:ext cx="1586940" cy="58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8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B20AFD6-6925-491B-B024-5E0A32A58D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590" t="25173" r="17185" b="31039"/>
          <a:stretch/>
        </p:blipFill>
        <p:spPr>
          <a:xfrm>
            <a:off x="152399" y="2073890"/>
            <a:ext cx="11992273" cy="453963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90B266-F3BD-2613-5CB9-7E4A4FDFC416}"/>
              </a:ext>
            </a:extLst>
          </p:cNvPr>
          <p:cNvSpPr/>
          <p:nvPr userDrawn="1"/>
        </p:nvSpPr>
        <p:spPr bwMode="auto">
          <a:xfrm>
            <a:off x="11039475" y="164305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rgbClr val="FFFFFF"/>
                </a:solidFill>
                <a:latin typeface="+mn-lt"/>
              </a:rPr>
              <a:t>gsk.com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F8659A8-C764-F3A5-40B7-A3CB7A35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4470" y="243283"/>
            <a:ext cx="159543" cy="15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1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DC8841-B149-2334-AF59-5558F485A757}"/>
              </a:ext>
            </a:extLst>
          </p:cNvPr>
          <p:cNvSpPr/>
          <p:nvPr userDrawn="1"/>
        </p:nvSpPr>
        <p:spPr bwMode="auto">
          <a:xfrm>
            <a:off x="11039475" y="6361903"/>
            <a:ext cx="862012" cy="31750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None/>
            </a:pPr>
            <a:r>
              <a:rPr lang="en-GB" sz="1000" b="1" kern="0">
                <a:solidFill>
                  <a:schemeClr val="tx2"/>
                </a:solidFill>
                <a:latin typeface="+mn-lt"/>
              </a:rPr>
              <a:t>gsk.com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4C205A4-821A-253A-297E-0360320A4D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4470" y="6440881"/>
            <a:ext cx="159543" cy="159543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D015E68-9B94-B2B9-2F33-1D9732CC14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1650" y="230188"/>
            <a:ext cx="1817688" cy="163512"/>
          </a:xfrm>
        </p:spPr>
        <p:txBody>
          <a:bodyPr lIns="0" tIns="72000" rIns="0" bIns="72000" anchor="ctr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357542" indent="0">
              <a:buNone/>
              <a:defRPr>
                <a:solidFill>
                  <a:schemeClr val="bg1"/>
                </a:solidFill>
              </a:defRPr>
            </a:lvl2pPr>
            <a:lvl3pPr marL="719982" indent="0">
              <a:buNone/>
              <a:defRPr>
                <a:solidFill>
                  <a:schemeClr val="bg1"/>
                </a:solidFill>
              </a:defRPr>
            </a:lvl3pPr>
            <a:lvl4pPr marL="1081424" indent="0">
              <a:buNone/>
              <a:defRPr>
                <a:solidFill>
                  <a:schemeClr val="bg1"/>
                </a:solidFill>
              </a:defRPr>
            </a:lvl4pPr>
            <a:lvl5pPr marL="143996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date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8F29C9-8F7E-1D4B-3005-616565FA7753}"/>
              </a:ext>
            </a:extLst>
          </p:cNvPr>
          <p:cNvSpPr/>
          <p:nvPr userDrawn="1"/>
        </p:nvSpPr>
        <p:spPr>
          <a:xfrm>
            <a:off x="0" y="4842854"/>
            <a:ext cx="426190" cy="902918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DF7007A-5965-5814-8FF8-29077566CB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700" y="5010784"/>
            <a:ext cx="11150600" cy="548009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enter presentation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6A64F09-F5D8-B6EE-7ED5-2B69A4668C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0700" y="5558794"/>
            <a:ext cx="11150600" cy="47520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subtitle / 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20082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57A6D-CCB0-DF2D-0D9A-6184CE3969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D6505-B9A2-3A36-B9B6-3E3CF07A64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t>23 July 2026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3924AB-56D4-343D-306B-195A924E9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69495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 userDrawn="1"/>
        </p:nvSpPr>
        <p:spPr>
          <a:xfrm>
            <a:off x="0" y="184645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06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3EA56-5111-4037-9D95-99472C98B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44B5-6D56-4B59-9C1D-2022F9BFF5DA}" type="datetime4">
              <a:rPr lang="en-GB" smtClean="0"/>
              <a:t>23 July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E7BCF-23E0-421B-8A21-1CDDB167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21D1-F1DD-4945-8EF8-43393ED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A2858F-078E-2E59-C8A6-5102082DA3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</p:spTree>
    <p:extLst>
      <p:ext uri="{BB962C8B-B14F-4D97-AF65-F5344CB8AC3E}">
        <p14:creationId xmlns:p14="http://schemas.microsoft.com/office/powerpoint/2010/main" val="262528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57A6D-CCB0-DF2D-0D9A-6184CE3969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2BDB7-A7FE-AA4E-3952-EBCCAC237C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D6505-B9A2-3A36-B9B6-3E3CF07A64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6B58B4-0D72-4C8B-9355-854FB5782278}" type="datetime4">
              <a:rPr lang="en-GB" smtClean="0"/>
              <a:t>23 July 2026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3924AB-56D4-343D-306B-195A924E9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125" y="5792400"/>
            <a:ext cx="11460164" cy="298800"/>
          </a:xfrm>
        </p:spPr>
        <p:txBody>
          <a:bodyPr lIns="0" tIns="72000" rIns="0" bIns="72000" anchor="b">
            <a:noAutofit/>
          </a:bodyPr>
          <a:lstStyle>
            <a:lvl1pPr marL="0" indent="0">
              <a:buNone/>
              <a:defRPr sz="1200"/>
            </a:lvl1pPr>
            <a:lvl2pPr marL="357542" indent="0">
              <a:buNone/>
              <a:defRPr sz="1000"/>
            </a:lvl2pPr>
            <a:lvl3pPr marL="719982" indent="0">
              <a:buNone/>
              <a:defRPr sz="1000"/>
            </a:lvl3pPr>
            <a:lvl4pPr marL="1081424" indent="0">
              <a:buNone/>
              <a:defRPr sz="1000"/>
            </a:lvl4pPr>
            <a:lvl5pPr marL="1439964" indent="0">
              <a:buNone/>
              <a:defRPr sz="1000"/>
            </a:lvl5pPr>
          </a:lstStyle>
          <a:p>
            <a:pPr lvl="0"/>
            <a:r>
              <a:rPr lang="en-US"/>
              <a:t>Insert Source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84351E-5906-1465-ED52-DA75D363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457200"/>
            <a:ext cx="11460163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2BDBB70-10FD-DDED-C062-9AA9276564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125" y="910800"/>
            <a:ext cx="11460164" cy="3528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i="0">
                <a:solidFill>
                  <a:schemeClr val="tx1"/>
                </a:solidFill>
                <a:latin typeface="GSK Precision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enter slide subtitle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DFC7D-EB75-1C71-FBB6-74679DF5FB23}"/>
              </a:ext>
            </a:extLst>
          </p:cNvPr>
          <p:cNvSpPr/>
          <p:nvPr userDrawn="1"/>
        </p:nvSpPr>
        <p:spPr>
          <a:xfrm>
            <a:off x="0" y="399600"/>
            <a:ext cx="264043" cy="559397"/>
          </a:xfrm>
          <a:custGeom>
            <a:avLst/>
            <a:gdLst>
              <a:gd name="connsiteX0" fmla="*/ 0 w 857257"/>
              <a:gd name="connsiteY0" fmla="*/ 0 h 1816170"/>
              <a:gd name="connsiteX1" fmla="*/ 841477 w 857257"/>
              <a:gd name="connsiteY1" fmla="*/ 890550 h 1816170"/>
              <a:gd name="connsiteX2" fmla="*/ 841477 w 857257"/>
              <a:gd name="connsiteY2" fmla="*/ 925611 h 1816170"/>
              <a:gd name="connsiteX3" fmla="*/ 0 w 857257"/>
              <a:gd name="connsiteY3" fmla="*/ 1816170 h 1816170"/>
              <a:gd name="connsiteX4" fmla="*/ 0 w 857257"/>
              <a:gd name="connsiteY4" fmla="*/ 0 h 181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257" h="1816170">
                <a:moveTo>
                  <a:pt x="0" y="0"/>
                </a:moveTo>
                <a:cubicBezTo>
                  <a:pt x="0" y="462811"/>
                  <a:pt x="301523" y="743293"/>
                  <a:pt x="841477" y="890550"/>
                </a:cubicBezTo>
                <a:cubicBezTo>
                  <a:pt x="862517" y="897560"/>
                  <a:pt x="862517" y="918601"/>
                  <a:pt x="841477" y="925611"/>
                </a:cubicBezTo>
                <a:cubicBezTo>
                  <a:pt x="301523" y="1072868"/>
                  <a:pt x="0" y="1353360"/>
                  <a:pt x="0" y="181617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63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slideLayout" Target="../slideLayouts/slideLayout30.xml"/><Relationship Id="rId7" Type="http://schemas.openxmlformats.org/officeDocument/2006/relationships/tags" Target="../tags/tag1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2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31.xml"/><Relationship Id="rId9" Type="http://schemas.openxmlformats.org/officeDocument/2006/relationships/image" Target="../media/image10.emf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34" Type="http://schemas.openxmlformats.org/officeDocument/2006/relationships/image" Target="../media/image2.sv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oleObject" Target="../embeddings/oleObject9.bin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tags" Target="../tags/tag1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theme" Target="../theme/theme3.xml"/><Relationship Id="rId8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2.xml"/><Relationship Id="rId34" Type="http://schemas.openxmlformats.org/officeDocument/2006/relationships/oleObject" Target="../embeddings/oleObject16.bin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tags" Target="../tags/tag28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29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tags" Target="../tags/tag27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36" Type="http://schemas.openxmlformats.org/officeDocument/2006/relationships/oleObject" Target="../embeddings/oleObject17.bin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31" Type="http://schemas.openxmlformats.org/officeDocument/2006/relationships/theme" Target="../theme/theme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26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112.xml"/><Relationship Id="rId34" Type="http://schemas.openxmlformats.org/officeDocument/2006/relationships/oleObject" Target="../embeddings/oleObject28.bin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5" Type="http://schemas.openxmlformats.org/officeDocument/2006/relationships/slideLayout" Target="../slideLayouts/slideLayout116.xml"/><Relationship Id="rId33" Type="http://schemas.openxmlformats.org/officeDocument/2006/relationships/tags" Target="../tags/tag46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slideLayout" Target="../slideLayouts/slideLayout111.xml"/><Relationship Id="rId29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15.xml"/><Relationship Id="rId32" Type="http://schemas.openxmlformats.org/officeDocument/2006/relationships/theme" Target="../theme/theme5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23" Type="http://schemas.openxmlformats.org/officeDocument/2006/relationships/slideLayout" Target="../slideLayouts/slideLayout114.xml"/><Relationship Id="rId28" Type="http://schemas.openxmlformats.org/officeDocument/2006/relationships/slideLayout" Target="../slideLayouts/slideLayout119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31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slideLayout" Target="../slideLayouts/slideLayout113.xml"/><Relationship Id="rId27" Type="http://schemas.openxmlformats.org/officeDocument/2006/relationships/slideLayout" Target="../slideLayouts/slideLayout118.xml"/><Relationship Id="rId30" Type="http://schemas.openxmlformats.org/officeDocument/2006/relationships/slideLayout" Target="../slideLayouts/slideLayout121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2280360-3C6D-A798-8CAC-A26D562C36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966259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425" imgH="424" progId="TCLayout.ActiveDocument.1">
                  <p:embed/>
                </p:oleObj>
              </mc:Choice>
              <mc:Fallback>
                <p:oleObj name="think-cell Slide" r:id="rId30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2280360-3C6D-A798-8CAC-A26D562C3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GSK Precision" pitchFamily="2" charset="0"/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enter slide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C2AD35-7761-4742-BEF1-3D0CAD2E1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1303338"/>
            <a:ext cx="11460163" cy="4787899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GB"/>
              <a:t>To increase bullet level, select your text &gt; press ‘Tab’.</a:t>
            </a:r>
            <a:br>
              <a:rPr lang="en-GB"/>
            </a:br>
            <a:r>
              <a:rPr lang="en-GB"/>
              <a:t>To decrease bullet level, select your text &gt; press ‘Shift’ + ‘Tab’.</a:t>
            </a:r>
            <a:br>
              <a:rPr lang="en-GB"/>
            </a:br>
            <a:r>
              <a:rPr lang="en-GB"/>
              <a:t>To remove bullet levels, select your text &gt; right click &gt; press ‘bullets’.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  <a:p>
            <a:pPr lvl="4"/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B7C2D6E-A9EC-414F-8A58-3207DA98D6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87" r:id="rId2"/>
    <p:sldLayoutId id="2147483770" r:id="rId3"/>
    <p:sldLayoutId id="2147483663" r:id="rId4"/>
    <p:sldLayoutId id="2147483664" r:id="rId5"/>
    <p:sldLayoutId id="2147483665" r:id="rId6"/>
    <p:sldLayoutId id="2147483668" r:id="rId7"/>
    <p:sldLayoutId id="2147483786" r:id="rId8"/>
    <p:sldLayoutId id="2147483669" r:id="rId9"/>
    <p:sldLayoutId id="2147483728" r:id="rId10"/>
    <p:sldLayoutId id="2147483730" r:id="rId11"/>
    <p:sldLayoutId id="2147483765" r:id="rId12"/>
    <p:sldLayoutId id="2147483773" r:id="rId13"/>
    <p:sldLayoutId id="2147483774" r:id="rId14"/>
    <p:sldLayoutId id="2147483766" r:id="rId15"/>
    <p:sldLayoutId id="2147483673" r:id="rId16"/>
    <p:sldLayoutId id="2147483771" r:id="rId17"/>
    <p:sldLayoutId id="2147483789" r:id="rId18"/>
    <p:sldLayoutId id="2147483768" r:id="rId19"/>
    <p:sldLayoutId id="2147483767" r:id="rId20"/>
    <p:sldLayoutId id="2147483776" r:id="rId21"/>
    <p:sldLayoutId id="2147483763" r:id="rId22"/>
    <p:sldLayoutId id="2147483675" r:id="rId23"/>
    <p:sldLayoutId id="2147483777" r:id="rId24"/>
    <p:sldLayoutId id="2147483788" r:id="rId25"/>
    <p:sldLayoutId id="2147483778" r:id="rId26"/>
    <p:sldLayoutId id="2147483762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GSK Precision" pitchFamily="2" charset="0"/>
          <a:ea typeface="+mj-ea"/>
          <a:cs typeface="+mj-cs"/>
        </a:defRPr>
      </a:lvl1pPr>
    </p:titleStyle>
    <p:bodyStyle>
      <a:lvl1pPr marL="35999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1pPr>
      <a:lvl2pPr marL="71753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20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2pPr>
      <a:lvl3pPr marL="107997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8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3pPr>
      <a:lvl4pPr marL="144141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6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4pPr>
      <a:lvl5pPr marL="179995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400" b="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5pPr>
      <a:lvl6pPr marL="2159946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6pPr>
      <a:lvl7pPr marL="2399940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7pPr>
      <a:lvl8pPr marL="275993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8pPr>
      <a:lvl9pPr marL="3119922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6A6A6"/>
          </p15:clr>
        </p15:guide>
        <p15:guide id="2" pos="7680" userDrawn="1">
          <p15:clr>
            <a:srgbClr val="A6A6A6"/>
          </p15:clr>
        </p15:guide>
        <p15:guide id="3" pos="230" userDrawn="1">
          <p15:clr>
            <a:srgbClr val="A6A6A6"/>
          </p15:clr>
        </p15:guide>
        <p15:guide id="4" pos="1301" userDrawn="1">
          <p15:clr>
            <a:srgbClr val="A6A6A6"/>
          </p15:clr>
        </p15:guide>
        <p15:guide id="5" pos="1461" userDrawn="1">
          <p15:clr>
            <a:srgbClr val="A6A6A6"/>
          </p15:clr>
        </p15:guide>
        <p15:guide id="6" pos="2531" userDrawn="1">
          <p15:clr>
            <a:srgbClr val="A6A6A6"/>
          </p15:clr>
        </p15:guide>
        <p15:guide id="7" pos="2690" userDrawn="1">
          <p15:clr>
            <a:srgbClr val="A6A6A6"/>
          </p15:clr>
        </p15:guide>
        <p15:guide id="8" pos="3759" userDrawn="1">
          <p15:clr>
            <a:srgbClr val="A6A6A6"/>
          </p15:clr>
        </p15:guide>
        <p15:guide id="9" pos="3920" userDrawn="1">
          <p15:clr>
            <a:srgbClr val="A6A6A6"/>
          </p15:clr>
        </p15:guide>
        <p15:guide id="10" pos="4989" userDrawn="1">
          <p15:clr>
            <a:srgbClr val="A6A6A6"/>
          </p15:clr>
        </p15:guide>
        <p15:guide id="11" pos="5148" userDrawn="1">
          <p15:clr>
            <a:srgbClr val="A6A6A6"/>
          </p15:clr>
        </p15:guide>
        <p15:guide id="12" pos="6218" userDrawn="1">
          <p15:clr>
            <a:srgbClr val="A6A6A6"/>
          </p15:clr>
        </p15:guide>
        <p15:guide id="13" pos="6378" userDrawn="1">
          <p15:clr>
            <a:srgbClr val="A6A6A6"/>
          </p15:clr>
        </p15:guide>
        <p15:guide id="14" pos="7449" userDrawn="1">
          <p15:clr>
            <a:srgbClr val="A6A6A6"/>
          </p15:clr>
        </p15:guide>
        <p15:guide id="15" orient="horz" userDrawn="1">
          <p15:clr>
            <a:srgbClr val="A6A6A6"/>
          </p15:clr>
        </p15:guide>
        <p15:guide id="16" orient="horz" pos="4315" userDrawn="1">
          <p15:clr>
            <a:srgbClr val="A6A6A6"/>
          </p15:clr>
        </p15:guide>
        <p15:guide id="17" orient="horz" pos="153" userDrawn="1">
          <p15:clr>
            <a:srgbClr val="A6A6A6"/>
          </p15:clr>
        </p15:guide>
        <p15:guide id="18" orient="horz" pos="686" userDrawn="1">
          <p15:clr>
            <a:srgbClr val="A6A6A6"/>
          </p15:clr>
        </p15:guide>
        <p15:guide id="19" orient="horz" pos="821" userDrawn="1">
          <p15:clr>
            <a:srgbClr val="A6A6A6"/>
          </p15:clr>
        </p15:guide>
        <p15:guide id="20" orient="horz" pos="1323" userDrawn="1">
          <p15:clr>
            <a:srgbClr val="A6A6A6"/>
          </p15:clr>
        </p15:guide>
        <p15:guide id="21" orient="horz" pos="2330" userDrawn="1">
          <p15:clr>
            <a:srgbClr val="A6A6A6"/>
          </p15:clr>
        </p15:guide>
        <p15:guide id="22" orient="horz" pos="3335" userDrawn="1">
          <p15:clr>
            <a:srgbClr val="A6A6A6"/>
          </p15:clr>
        </p15:guide>
        <p15:guide id="23" orient="horz" pos="3837" userDrawn="1">
          <p15:clr>
            <a:srgbClr val="A6A6A6"/>
          </p15:clr>
        </p15:guide>
        <p15:guide id="24" orient="horz" pos="4166" userDrawn="1">
          <p15:clr>
            <a:srgbClr val="A6A6A6"/>
          </p15:clr>
        </p15:guide>
        <p15:guide id="25" orient="horz" pos="1827" userDrawn="1">
          <p15:clr>
            <a:srgbClr val="A4A3A4"/>
          </p15:clr>
        </p15:guide>
        <p15:guide id="26" orient="horz" pos="2832" userDrawn="1">
          <p15:clr>
            <a:srgbClr val="A4A3A4"/>
          </p15:clr>
        </p15:guide>
        <p15:guide id="27" orient="horz" pos="3996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4A050EA-C0F8-BDDD-39FF-836E2E33CA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6357973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4A050EA-C0F8-BDDD-39FF-836E2E33CA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19338" y="6343650"/>
            <a:ext cx="5600700" cy="26987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GSK Precision" pitchFamily="2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r">
              <a:defRPr sz="1000">
                <a:solidFill>
                  <a:schemeClr val="tx1"/>
                </a:solidFill>
                <a:latin typeface="GSK Precision" pitchFamily="2" charset="0"/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5125" y="457200"/>
            <a:ext cx="11460163" cy="43088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GB"/>
              <a:t>Click to enter slide 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8172450" y="6343650"/>
            <a:ext cx="2776537" cy="26987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r">
              <a:defRPr sz="1000">
                <a:solidFill>
                  <a:schemeClr val="tx1"/>
                </a:solidFill>
                <a:latin typeface="GSK Precision" pitchFamily="2" charset="0"/>
              </a:defRPr>
            </a:lvl1pPr>
          </a:lstStyle>
          <a:p>
            <a:fld id="{346B58B4-0D72-4C8B-9355-854FB5782278}" type="datetime4">
              <a:rPr lang="en-GB" smtClean="0"/>
              <a:pPr/>
              <a:t>23 July 2026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C2AD35-7761-4742-BEF1-3D0CAD2E1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1303338"/>
            <a:ext cx="11460163" cy="4787899"/>
          </a:xfrm>
          <a:prstGeom prst="rect">
            <a:avLst/>
          </a:prstGeom>
        </p:spPr>
        <p:txBody>
          <a:bodyPr vert="horz" lIns="180000" tIns="180000" rIns="180000" bIns="180000" rtlCol="0">
            <a:normAutofit/>
          </a:bodyPr>
          <a:lstStyle/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GB"/>
              <a:t>To increase bullet level, select your text &gt; press ‘Tab’.</a:t>
            </a:r>
            <a:br>
              <a:rPr lang="en-GB"/>
            </a:br>
            <a:r>
              <a:rPr lang="en-GB"/>
              <a:t>To decrease bullet level, select your text &gt; press ‘Shift’ + ‘Tab’.</a:t>
            </a:r>
            <a:br>
              <a:rPr lang="en-GB"/>
            </a:br>
            <a:r>
              <a:rPr lang="en-GB"/>
              <a:t>To remove bullet levels, select your text &gt; right click &gt; press ‘bullets’.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  <a:p>
            <a:pPr lvl="4"/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B7C2D6E-A9EC-414F-8A58-3207DA98D6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  <p:sp>
        <p:nvSpPr>
          <p:cNvPr id="20" name="Graphic 10">
            <a:extLst>
              <a:ext uri="{FF2B5EF4-FFF2-40B4-BE49-F238E27FC236}">
                <a16:creationId xmlns:a16="http://schemas.microsoft.com/office/drawing/2014/main" id="{72948B66-7E87-62EA-D07C-ED1533EBB347}"/>
              </a:ext>
            </a:extLst>
          </p:cNvPr>
          <p:cNvSpPr>
            <a:spLocks noChangeAspect="1"/>
          </p:cNvSpPr>
          <p:nvPr userDrawn="1"/>
        </p:nvSpPr>
        <p:spPr>
          <a:xfrm>
            <a:off x="2038428" y="-13466"/>
            <a:ext cx="1584000" cy="226800"/>
          </a:xfrm>
          <a:custGeom>
            <a:avLst/>
            <a:gdLst>
              <a:gd name="connsiteX0" fmla="*/ 0 w 1625720"/>
              <a:gd name="connsiteY0" fmla="*/ 197219 h 234107"/>
              <a:gd name="connsiteX1" fmla="*/ 37247 w 1625720"/>
              <a:gd name="connsiteY1" fmla="*/ 234108 h 234107"/>
              <a:gd name="connsiteX2" fmla="*/ 1588474 w 1625720"/>
              <a:gd name="connsiteY2" fmla="*/ 234108 h 234107"/>
              <a:gd name="connsiteX3" fmla="*/ 1625721 w 1625720"/>
              <a:gd name="connsiteY3" fmla="*/ 197219 h 234107"/>
              <a:gd name="connsiteX4" fmla="*/ 1625721 w 1625720"/>
              <a:gd name="connsiteY4" fmla="*/ 37019 h 234107"/>
              <a:gd name="connsiteX5" fmla="*/ 1588474 w 1625720"/>
              <a:gd name="connsiteY5" fmla="*/ 0 h 234107"/>
              <a:gd name="connsiteX6" fmla="*/ 37379 w 1625720"/>
              <a:gd name="connsiteY6" fmla="*/ 0 h 234107"/>
              <a:gd name="connsiteX7" fmla="*/ 132 w 1625720"/>
              <a:gd name="connsiteY7" fmla="*/ 37019 h 234107"/>
              <a:gd name="connsiteX8" fmla="*/ 132 w 1625720"/>
              <a:gd name="connsiteY8" fmla="*/ 197219 h 234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25720" h="234107">
                <a:moveTo>
                  <a:pt x="0" y="197219"/>
                </a:moveTo>
                <a:cubicBezTo>
                  <a:pt x="0" y="217684"/>
                  <a:pt x="16715" y="234108"/>
                  <a:pt x="37247" y="234108"/>
                </a:cubicBezTo>
                <a:lnTo>
                  <a:pt x="1588474" y="234108"/>
                </a:lnTo>
                <a:cubicBezTo>
                  <a:pt x="1609137" y="234108"/>
                  <a:pt x="1625721" y="217553"/>
                  <a:pt x="1625721" y="197219"/>
                </a:cubicBezTo>
                <a:lnTo>
                  <a:pt x="1625721" y="37019"/>
                </a:lnTo>
                <a:cubicBezTo>
                  <a:pt x="1625721" y="16554"/>
                  <a:pt x="1609006" y="0"/>
                  <a:pt x="1588474" y="0"/>
                </a:cubicBezTo>
                <a:lnTo>
                  <a:pt x="37379" y="0"/>
                </a:lnTo>
                <a:cubicBezTo>
                  <a:pt x="16847" y="0"/>
                  <a:pt x="132" y="16554"/>
                  <a:pt x="132" y="37019"/>
                </a:cubicBezTo>
                <a:lnTo>
                  <a:pt x="132" y="197219"/>
                </a:lnTo>
                <a:close/>
              </a:path>
            </a:pathLst>
          </a:custGeom>
          <a:noFill/>
          <a:ln w="6553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  <a:latin typeface="GSK Precision" pitchFamily="2" charset="0"/>
              </a:rPr>
              <a:t>Infectious disease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C0A636-7240-8CD2-B113-744C0054C88F}"/>
              </a:ext>
            </a:extLst>
          </p:cNvPr>
          <p:cNvSpPr txBox="1"/>
          <p:nvPr userDrawn="1"/>
        </p:nvSpPr>
        <p:spPr>
          <a:xfrm>
            <a:off x="531341" y="6499654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AB17B-AC82-2170-241E-E86C56A3F618}"/>
              </a:ext>
            </a:extLst>
          </p:cNvPr>
          <p:cNvSpPr txBox="1"/>
          <p:nvPr userDrawn="1"/>
        </p:nvSpPr>
        <p:spPr>
          <a:xfrm>
            <a:off x="988541" y="6549081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163177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GSK Precision" pitchFamily="2" charset="0"/>
          <a:ea typeface="+mj-ea"/>
          <a:cs typeface="+mj-cs"/>
        </a:defRPr>
      </a:lvl1pPr>
    </p:titleStyle>
    <p:bodyStyle>
      <a:lvl1pPr marL="35999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1pPr>
      <a:lvl2pPr marL="71753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20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2pPr>
      <a:lvl3pPr marL="107997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8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3pPr>
      <a:lvl4pPr marL="144141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6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4pPr>
      <a:lvl5pPr marL="179995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400" b="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5pPr>
      <a:lvl6pPr marL="2159946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6pPr>
      <a:lvl7pPr marL="2399940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7pPr>
      <a:lvl8pPr marL="275993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8pPr>
      <a:lvl9pPr marL="3119922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6A6A6"/>
          </p15:clr>
        </p15:guide>
        <p15:guide id="2" pos="7680">
          <p15:clr>
            <a:srgbClr val="A6A6A6"/>
          </p15:clr>
        </p15:guide>
        <p15:guide id="3" pos="230">
          <p15:clr>
            <a:srgbClr val="A6A6A6"/>
          </p15:clr>
        </p15:guide>
        <p15:guide id="4" pos="1301">
          <p15:clr>
            <a:srgbClr val="A6A6A6"/>
          </p15:clr>
        </p15:guide>
        <p15:guide id="5" pos="1461">
          <p15:clr>
            <a:srgbClr val="A6A6A6"/>
          </p15:clr>
        </p15:guide>
        <p15:guide id="6" pos="2531">
          <p15:clr>
            <a:srgbClr val="A6A6A6"/>
          </p15:clr>
        </p15:guide>
        <p15:guide id="7" pos="2690">
          <p15:clr>
            <a:srgbClr val="A6A6A6"/>
          </p15:clr>
        </p15:guide>
        <p15:guide id="8" pos="3759">
          <p15:clr>
            <a:srgbClr val="A6A6A6"/>
          </p15:clr>
        </p15:guide>
        <p15:guide id="9" pos="3920">
          <p15:clr>
            <a:srgbClr val="A6A6A6"/>
          </p15:clr>
        </p15:guide>
        <p15:guide id="10" pos="4989">
          <p15:clr>
            <a:srgbClr val="A6A6A6"/>
          </p15:clr>
        </p15:guide>
        <p15:guide id="11" pos="5148">
          <p15:clr>
            <a:srgbClr val="A6A6A6"/>
          </p15:clr>
        </p15:guide>
        <p15:guide id="12" pos="6218">
          <p15:clr>
            <a:srgbClr val="A6A6A6"/>
          </p15:clr>
        </p15:guide>
        <p15:guide id="13" pos="6378">
          <p15:clr>
            <a:srgbClr val="A6A6A6"/>
          </p15:clr>
        </p15:guide>
        <p15:guide id="14" pos="7449">
          <p15:clr>
            <a:srgbClr val="A6A6A6"/>
          </p15:clr>
        </p15:guide>
        <p15:guide id="15" orient="horz">
          <p15:clr>
            <a:srgbClr val="A6A6A6"/>
          </p15:clr>
        </p15:guide>
        <p15:guide id="16" orient="horz" pos="4315">
          <p15:clr>
            <a:srgbClr val="A6A6A6"/>
          </p15:clr>
        </p15:guide>
        <p15:guide id="17" orient="horz" pos="153">
          <p15:clr>
            <a:srgbClr val="A6A6A6"/>
          </p15:clr>
        </p15:guide>
        <p15:guide id="18" orient="horz" pos="686">
          <p15:clr>
            <a:srgbClr val="A6A6A6"/>
          </p15:clr>
        </p15:guide>
        <p15:guide id="19" orient="horz" pos="821">
          <p15:clr>
            <a:srgbClr val="A6A6A6"/>
          </p15:clr>
        </p15:guide>
        <p15:guide id="20" orient="horz" pos="1323">
          <p15:clr>
            <a:srgbClr val="A6A6A6"/>
          </p15:clr>
        </p15:guide>
        <p15:guide id="21" orient="horz" pos="2330">
          <p15:clr>
            <a:srgbClr val="A6A6A6"/>
          </p15:clr>
        </p15:guide>
        <p15:guide id="22" orient="horz" pos="3335">
          <p15:clr>
            <a:srgbClr val="A6A6A6"/>
          </p15:clr>
        </p15:guide>
        <p15:guide id="23" orient="horz" pos="3837">
          <p15:clr>
            <a:srgbClr val="A6A6A6"/>
          </p15:clr>
        </p15:guide>
        <p15:guide id="24" orient="horz" pos="4156" userDrawn="1">
          <p15:clr>
            <a:srgbClr val="A6A6A6"/>
          </p15:clr>
        </p15:guide>
        <p15:guide id="25" orient="horz" pos="1827">
          <p15:clr>
            <a:srgbClr val="A4A3A4"/>
          </p15:clr>
        </p15:guide>
        <p15:guide id="26" orient="horz" pos="2832">
          <p15:clr>
            <a:srgbClr val="A4A3A4"/>
          </p15:clr>
        </p15:guide>
        <p15:guide id="27" orient="horz" pos="3996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2280360-3C6D-A798-8CAC-A26D562C36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966259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25" imgH="424" progId="TCLayout.ActiveDocument.1">
                  <p:embed/>
                </p:oleObj>
              </mc:Choice>
              <mc:Fallback>
                <p:oleObj name="think-cell Slide" r:id="rId32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2280360-3C6D-A798-8CAC-A26D562C3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GSK Precision" pitchFamily="2" charset="0"/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enter slide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C2AD35-7761-4742-BEF1-3D0CAD2E1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1303338"/>
            <a:ext cx="11460163" cy="4787899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GB"/>
              <a:t>To increase bullet level, select your text &gt; press ‘Tab’.</a:t>
            </a:r>
            <a:br>
              <a:rPr lang="en-GB"/>
            </a:br>
            <a:r>
              <a:rPr lang="en-GB"/>
              <a:t>To decrease bullet level, select your text &gt; press ‘Shift’ + ‘Tab’.</a:t>
            </a:r>
            <a:br>
              <a:rPr lang="en-GB"/>
            </a:br>
            <a:r>
              <a:rPr lang="en-GB"/>
              <a:t>To remove bullet levels, select your text &gt; right click &gt; press ‘bullets’.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  <a:p>
            <a:pPr lvl="4"/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B7C2D6E-A9EC-414F-8A58-3207DA98D6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57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  <p:sldLayoutId id="2147483856" r:id="rId28"/>
    <p:sldLayoutId id="2147483922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GSK Precision" pitchFamily="2" charset="0"/>
          <a:ea typeface="+mj-ea"/>
          <a:cs typeface="+mj-cs"/>
        </a:defRPr>
      </a:lvl1pPr>
    </p:titleStyle>
    <p:bodyStyle>
      <a:lvl1pPr marL="35999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1pPr>
      <a:lvl2pPr marL="71753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20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2pPr>
      <a:lvl3pPr marL="107997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8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3pPr>
      <a:lvl4pPr marL="144141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6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4pPr>
      <a:lvl5pPr marL="179995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400" b="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5pPr>
      <a:lvl6pPr marL="2159946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6pPr>
      <a:lvl7pPr marL="2399940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7pPr>
      <a:lvl8pPr marL="275993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8pPr>
      <a:lvl9pPr marL="3119922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6A6A6"/>
          </p15:clr>
        </p15:guide>
        <p15:guide id="2" pos="7680" userDrawn="1">
          <p15:clr>
            <a:srgbClr val="A6A6A6"/>
          </p15:clr>
        </p15:guide>
        <p15:guide id="3" pos="230" userDrawn="1">
          <p15:clr>
            <a:srgbClr val="A6A6A6"/>
          </p15:clr>
        </p15:guide>
        <p15:guide id="4" pos="1301" userDrawn="1">
          <p15:clr>
            <a:srgbClr val="A6A6A6"/>
          </p15:clr>
        </p15:guide>
        <p15:guide id="5" pos="1461" userDrawn="1">
          <p15:clr>
            <a:srgbClr val="A6A6A6"/>
          </p15:clr>
        </p15:guide>
        <p15:guide id="6" pos="2531" userDrawn="1">
          <p15:clr>
            <a:srgbClr val="A6A6A6"/>
          </p15:clr>
        </p15:guide>
        <p15:guide id="7" pos="2690" userDrawn="1">
          <p15:clr>
            <a:srgbClr val="A6A6A6"/>
          </p15:clr>
        </p15:guide>
        <p15:guide id="8" pos="3759" userDrawn="1">
          <p15:clr>
            <a:srgbClr val="A6A6A6"/>
          </p15:clr>
        </p15:guide>
        <p15:guide id="9" pos="3920" userDrawn="1">
          <p15:clr>
            <a:srgbClr val="A6A6A6"/>
          </p15:clr>
        </p15:guide>
        <p15:guide id="10" pos="4989" userDrawn="1">
          <p15:clr>
            <a:srgbClr val="A6A6A6"/>
          </p15:clr>
        </p15:guide>
        <p15:guide id="11" pos="5148" userDrawn="1">
          <p15:clr>
            <a:srgbClr val="A6A6A6"/>
          </p15:clr>
        </p15:guide>
        <p15:guide id="12" pos="6218" userDrawn="1">
          <p15:clr>
            <a:srgbClr val="A6A6A6"/>
          </p15:clr>
        </p15:guide>
        <p15:guide id="13" pos="6378" userDrawn="1">
          <p15:clr>
            <a:srgbClr val="A6A6A6"/>
          </p15:clr>
        </p15:guide>
        <p15:guide id="14" pos="7449" userDrawn="1">
          <p15:clr>
            <a:srgbClr val="A6A6A6"/>
          </p15:clr>
        </p15:guide>
        <p15:guide id="15" orient="horz" userDrawn="1">
          <p15:clr>
            <a:srgbClr val="A6A6A6"/>
          </p15:clr>
        </p15:guide>
        <p15:guide id="16" orient="horz" pos="4315" userDrawn="1">
          <p15:clr>
            <a:srgbClr val="A6A6A6"/>
          </p15:clr>
        </p15:guide>
        <p15:guide id="17" orient="horz" pos="153" userDrawn="1">
          <p15:clr>
            <a:srgbClr val="A6A6A6"/>
          </p15:clr>
        </p15:guide>
        <p15:guide id="18" orient="horz" pos="686" userDrawn="1">
          <p15:clr>
            <a:srgbClr val="A6A6A6"/>
          </p15:clr>
        </p15:guide>
        <p15:guide id="19" orient="horz" pos="821" userDrawn="1">
          <p15:clr>
            <a:srgbClr val="A6A6A6"/>
          </p15:clr>
        </p15:guide>
        <p15:guide id="20" orient="horz" pos="1323" userDrawn="1">
          <p15:clr>
            <a:srgbClr val="A6A6A6"/>
          </p15:clr>
        </p15:guide>
        <p15:guide id="21" orient="horz" pos="2330" userDrawn="1">
          <p15:clr>
            <a:srgbClr val="A6A6A6"/>
          </p15:clr>
        </p15:guide>
        <p15:guide id="22" orient="horz" pos="3335" userDrawn="1">
          <p15:clr>
            <a:srgbClr val="A6A6A6"/>
          </p15:clr>
        </p15:guide>
        <p15:guide id="23" orient="horz" pos="3837" userDrawn="1">
          <p15:clr>
            <a:srgbClr val="A6A6A6"/>
          </p15:clr>
        </p15:guide>
        <p15:guide id="24" orient="horz" pos="4166" userDrawn="1">
          <p15:clr>
            <a:srgbClr val="A6A6A6"/>
          </p15:clr>
        </p15:guide>
        <p15:guide id="25" orient="horz" pos="1827" userDrawn="1">
          <p15:clr>
            <a:srgbClr val="A4A3A4"/>
          </p15:clr>
        </p15:guide>
        <p15:guide id="26" orient="horz" pos="2832" userDrawn="1">
          <p15:clr>
            <a:srgbClr val="A4A3A4"/>
          </p15:clr>
        </p15:guide>
        <p15:guide id="27" orient="horz" pos="3996" userDrawn="1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2280360-3C6D-A798-8CAC-A26D562C3683}"/>
              </a:ext>
            </a:extLst>
          </p:cNvPr>
          <p:cNvGraphicFramePr>
            <a:graphicFrameLocks noChangeAspect="1"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966259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425" imgH="424" progId="TCLayout.ActiveDocument.1">
                  <p:embed/>
                </p:oleObj>
              </mc:Choice>
              <mc:Fallback>
                <p:oleObj name="think-cell Slide" r:id="rId3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2280360-3C6D-A798-8CAC-A26D562C3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17963" y="6343650"/>
            <a:ext cx="5600700" cy="26987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5125" y="6343650"/>
            <a:ext cx="540000" cy="26987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enter slide 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931069" y="6343650"/>
            <a:ext cx="2776537" cy="26987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46B58B4-0D72-4C8B-9355-854FB5782278}" type="datetime4">
              <a:rPr lang="en-GB" smtClean="0"/>
              <a:pPr/>
              <a:t>23 July 2026</a:t>
            </a:fld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C2AD35-7761-4742-BEF1-3D0CAD2E1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1303338"/>
            <a:ext cx="11460163" cy="4787899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GB"/>
              <a:t>To increase bullet level, select your text &gt; press ‘Tab’.</a:t>
            </a:r>
            <a:br>
              <a:rPr lang="en-GB"/>
            </a:br>
            <a:r>
              <a:rPr lang="en-GB"/>
              <a:t>To decrease bullet level, select your text &gt; press ‘Shift’ + ‘Tab’.</a:t>
            </a:r>
            <a:br>
              <a:rPr lang="en-GB"/>
            </a:br>
            <a:r>
              <a:rPr lang="en-GB"/>
              <a:t>To remove bullet levels, select your text &gt; right click &gt; press ‘bullets’.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  <a:p>
            <a:pPr lvl="4"/>
            <a:endParaRPr lang="en-GB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8282CB4-0FD8-B104-9321-BA11F0350884}"/>
              </a:ext>
            </a:extLst>
          </p:cNvPr>
          <p:cNvGraphicFramePr>
            <a:graphicFrameLocks noChangeAspect="1"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966259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25" imgH="424" progId="TCLayout.ActiveDocument.1">
                  <p:embed/>
                </p:oleObj>
              </mc:Choice>
              <mc:Fallback>
                <p:oleObj name="think-cell Slide" r:id="rId36" imgW="425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8282CB4-0FD8-B104-9321-BA11F0350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Graphic 17">
            <a:extLst>
              <a:ext uri="{FF2B5EF4-FFF2-40B4-BE49-F238E27FC236}">
                <a16:creationId xmlns:a16="http://schemas.microsoft.com/office/drawing/2014/main" id="{061208F5-A63B-ACEE-41B1-AEF93C9EFBC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04551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  <p:sldLayoutId id="2147483880" r:id="rId22"/>
    <p:sldLayoutId id="2147483881" r:id="rId23"/>
    <p:sldLayoutId id="2147483882" r:id="rId24"/>
    <p:sldLayoutId id="2147483883" r:id="rId25"/>
    <p:sldLayoutId id="2147483884" r:id="rId26"/>
    <p:sldLayoutId id="2147483885" r:id="rId27"/>
    <p:sldLayoutId id="2147483886" r:id="rId28"/>
    <p:sldLayoutId id="2147483887" r:id="rId29"/>
    <p:sldLayoutId id="2147483888" r:id="rId30"/>
  </p:sldLayoutIdLst>
  <p:hf hdr="0" ftr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8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5999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1753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7997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1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9995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159946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399940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75993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119922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8">
          <p15:clr>
            <a:srgbClr val="A6A6A6"/>
          </p15:clr>
        </p15:guide>
        <p15:guide id="29" pos="7680">
          <p15:clr>
            <a:srgbClr val="A6A6A6"/>
          </p15:clr>
        </p15:guide>
        <p15:guide id="30" pos="230">
          <p15:clr>
            <a:srgbClr val="A6A6A6"/>
          </p15:clr>
        </p15:guide>
        <p15:guide id="31" pos="1301">
          <p15:clr>
            <a:srgbClr val="A6A6A6"/>
          </p15:clr>
        </p15:guide>
        <p15:guide id="32" pos="1461">
          <p15:clr>
            <a:srgbClr val="A6A6A6"/>
          </p15:clr>
        </p15:guide>
        <p15:guide id="33" pos="2531">
          <p15:clr>
            <a:srgbClr val="A6A6A6"/>
          </p15:clr>
        </p15:guide>
        <p15:guide id="34" pos="2690">
          <p15:clr>
            <a:srgbClr val="A6A6A6"/>
          </p15:clr>
        </p15:guide>
        <p15:guide id="35" pos="3759">
          <p15:clr>
            <a:srgbClr val="A6A6A6"/>
          </p15:clr>
        </p15:guide>
        <p15:guide id="36" pos="3920">
          <p15:clr>
            <a:srgbClr val="A6A6A6"/>
          </p15:clr>
        </p15:guide>
        <p15:guide id="37" pos="4989">
          <p15:clr>
            <a:srgbClr val="A6A6A6"/>
          </p15:clr>
        </p15:guide>
        <p15:guide id="38" pos="5148">
          <p15:clr>
            <a:srgbClr val="A6A6A6"/>
          </p15:clr>
        </p15:guide>
        <p15:guide id="39" pos="6218">
          <p15:clr>
            <a:srgbClr val="A6A6A6"/>
          </p15:clr>
        </p15:guide>
        <p15:guide id="40" pos="6378">
          <p15:clr>
            <a:srgbClr val="A6A6A6"/>
          </p15:clr>
        </p15:guide>
        <p15:guide id="41" pos="7449">
          <p15:clr>
            <a:srgbClr val="A6A6A6"/>
          </p15:clr>
        </p15:guide>
        <p15:guide id="42" orient="horz">
          <p15:clr>
            <a:srgbClr val="A6A6A6"/>
          </p15:clr>
        </p15:guide>
        <p15:guide id="43" orient="horz" pos="4315">
          <p15:clr>
            <a:srgbClr val="A6A6A6"/>
          </p15:clr>
        </p15:guide>
        <p15:guide id="44" orient="horz" pos="153">
          <p15:clr>
            <a:srgbClr val="A6A6A6"/>
          </p15:clr>
        </p15:guide>
        <p15:guide id="45" orient="horz" pos="686">
          <p15:clr>
            <a:srgbClr val="A6A6A6"/>
          </p15:clr>
        </p15:guide>
        <p15:guide id="46" orient="horz" pos="821">
          <p15:clr>
            <a:srgbClr val="A6A6A6"/>
          </p15:clr>
        </p15:guide>
        <p15:guide id="47" orient="horz" pos="1323">
          <p15:clr>
            <a:srgbClr val="A6A6A6"/>
          </p15:clr>
        </p15:guide>
        <p15:guide id="48" orient="horz" pos="2330">
          <p15:clr>
            <a:srgbClr val="A6A6A6"/>
          </p15:clr>
        </p15:guide>
        <p15:guide id="49" orient="horz" pos="3339">
          <p15:clr>
            <a:srgbClr val="A6A6A6"/>
          </p15:clr>
        </p15:guide>
        <p15:guide id="50" orient="horz" pos="3837">
          <p15:clr>
            <a:srgbClr val="A6A6A6"/>
          </p15:clr>
        </p15:guide>
        <p15:guide id="51" orient="horz" pos="4166">
          <p15:clr>
            <a:srgbClr val="A6A6A6"/>
          </p15:clr>
        </p15:guide>
        <p15:guide id="52" orient="horz" pos="1827">
          <p15:clr>
            <a:srgbClr val="A4A3A4"/>
          </p15:clr>
        </p15:guide>
        <p15:guide id="53" orient="horz" pos="2840">
          <p15:clr>
            <a:srgbClr val="A4A3A4"/>
          </p15:clr>
        </p15:guide>
        <p15:guide id="54" orient="horz" pos="3996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2280360-3C6D-A798-8CAC-A26D562C36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966259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425" imgH="424" progId="TCLayout.ActiveDocument.1">
                  <p:embed/>
                </p:oleObj>
              </mc:Choice>
              <mc:Fallback>
                <p:oleObj name="think-cell Slide" r:id="rId34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2280360-3C6D-A798-8CAC-A26D562C36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5288" y="6343650"/>
            <a:ext cx="540000" cy="26987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GSK Precision" pitchFamily="2" charset="0"/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5125" y="242888"/>
            <a:ext cx="11460163" cy="4308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/>
              <a:t>Click to enter slide 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C2AD35-7761-4742-BEF1-3D0CAD2E1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125" y="1303338"/>
            <a:ext cx="11460163" cy="4787899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GB"/>
              <a:t>Click to enter text content.</a:t>
            </a:r>
            <a:br>
              <a:rPr lang="en-GB"/>
            </a:br>
            <a:r>
              <a:rPr lang="en-GB"/>
              <a:t>To increase bullet level, select your text &gt; press ‘Tab’.</a:t>
            </a:r>
            <a:br>
              <a:rPr lang="en-GB"/>
            </a:br>
            <a:r>
              <a:rPr lang="en-GB"/>
              <a:t>To decrease bullet level, select your text &gt; press ‘Shift’ + ‘Tab’.</a:t>
            </a:r>
            <a:br>
              <a:rPr lang="en-GB"/>
            </a:br>
            <a:r>
              <a:rPr lang="en-GB"/>
              <a:t>To remove bullet levels, select your text &gt; right click &gt; press ‘bullets’.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  <a:p>
            <a:pPr lvl="4"/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B7C2D6E-A9EC-414F-8A58-3207DA98D6C5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76239" y="6354213"/>
            <a:ext cx="820737" cy="2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  <p:sldLayoutId id="2147483902" r:id="rId13"/>
    <p:sldLayoutId id="2147483903" r:id="rId14"/>
    <p:sldLayoutId id="2147483904" r:id="rId15"/>
    <p:sldLayoutId id="2147483905" r:id="rId16"/>
    <p:sldLayoutId id="2147483906" r:id="rId17"/>
    <p:sldLayoutId id="2147483907" r:id="rId18"/>
    <p:sldLayoutId id="2147483908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  <p:sldLayoutId id="2147483917" r:id="rId28"/>
    <p:sldLayoutId id="2147483918" r:id="rId29"/>
    <p:sldLayoutId id="2147483919" r:id="rId30"/>
    <p:sldLayoutId id="2147483921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GSK Precision" pitchFamily="2" charset="0"/>
          <a:ea typeface="+mj-ea"/>
          <a:cs typeface="+mj-cs"/>
        </a:defRPr>
      </a:lvl1pPr>
    </p:titleStyle>
    <p:bodyStyle>
      <a:lvl1pPr marL="35999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10000"/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1pPr>
      <a:lvl2pPr marL="71753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20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2pPr>
      <a:lvl3pPr marL="1079973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8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3pPr>
      <a:lvl4pPr marL="144141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6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4pPr>
      <a:lvl5pPr marL="1799955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400" b="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5pPr>
      <a:lvl6pPr marL="2159946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6pPr>
      <a:lvl7pPr marL="2399940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7pPr>
      <a:lvl8pPr marL="2759931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8pPr>
      <a:lvl9pPr marL="3119922" indent="-359991" algn="l" defTabSz="1219170" rtl="0" eaLnBrk="1" latinLnBrk="0" hangingPunct="1">
        <a:spcBef>
          <a:spcPts val="30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­"/>
        <a:defRPr sz="1200" kern="1200">
          <a:solidFill>
            <a:schemeClr val="tx1"/>
          </a:solidFill>
          <a:latin typeface="GSK Precision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6A6A6"/>
          </p15:clr>
        </p15:guide>
        <p15:guide id="2" pos="7680">
          <p15:clr>
            <a:srgbClr val="A6A6A6"/>
          </p15:clr>
        </p15:guide>
        <p15:guide id="3" pos="230">
          <p15:clr>
            <a:srgbClr val="A6A6A6"/>
          </p15:clr>
        </p15:guide>
        <p15:guide id="4" pos="1301">
          <p15:clr>
            <a:srgbClr val="A6A6A6"/>
          </p15:clr>
        </p15:guide>
        <p15:guide id="5" pos="1461">
          <p15:clr>
            <a:srgbClr val="A6A6A6"/>
          </p15:clr>
        </p15:guide>
        <p15:guide id="6" pos="2531">
          <p15:clr>
            <a:srgbClr val="A6A6A6"/>
          </p15:clr>
        </p15:guide>
        <p15:guide id="7" pos="2690">
          <p15:clr>
            <a:srgbClr val="A6A6A6"/>
          </p15:clr>
        </p15:guide>
        <p15:guide id="8" pos="3759">
          <p15:clr>
            <a:srgbClr val="A6A6A6"/>
          </p15:clr>
        </p15:guide>
        <p15:guide id="9" pos="3920">
          <p15:clr>
            <a:srgbClr val="A6A6A6"/>
          </p15:clr>
        </p15:guide>
        <p15:guide id="10" pos="4989">
          <p15:clr>
            <a:srgbClr val="A6A6A6"/>
          </p15:clr>
        </p15:guide>
        <p15:guide id="11" pos="5148">
          <p15:clr>
            <a:srgbClr val="A6A6A6"/>
          </p15:clr>
        </p15:guide>
        <p15:guide id="12" pos="6218">
          <p15:clr>
            <a:srgbClr val="A6A6A6"/>
          </p15:clr>
        </p15:guide>
        <p15:guide id="13" pos="6378">
          <p15:clr>
            <a:srgbClr val="A6A6A6"/>
          </p15:clr>
        </p15:guide>
        <p15:guide id="14" pos="7449">
          <p15:clr>
            <a:srgbClr val="A6A6A6"/>
          </p15:clr>
        </p15:guide>
        <p15:guide id="15" orient="horz">
          <p15:clr>
            <a:srgbClr val="A6A6A6"/>
          </p15:clr>
        </p15:guide>
        <p15:guide id="16" orient="horz" pos="4315">
          <p15:clr>
            <a:srgbClr val="A6A6A6"/>
          </p15:clr>
        </p15:guide>
        <p15:guide id="17" orient="horz" pos="153">
          <p15:clr>
            <a:srgbClr val="A6A6A6"/>
          </p15:clr>
        </p15:guide>
        <p15:guide id="18" orient="horz" pos="686">
          <p15:clr>
            <a:srgbClr val="A6A6A6"/>
          </p15:clr>
        </p15:guide>
        <p15:guide id="19" orient="horz" pos="821">
          <p15:clr>
            <a:srgbClr val="A6A6A6"/>
          </p15:clr>
        </p15:guide>
        <p15:guide id="20" orient="horz" pos="1323">
          <p15:clr>
            <a:srgbClr val="A6A6A6"/>
          </p15:clr>
        </p15:guide>
        <p15:guide id="21" orient="horz" pos="2330">
          <p15:clr>
            <a:srgbClr val="A6A6A6"/>
          </p15:clr>
        </p15:guide>
        <p15:guide id="22" orient="horz" pos="3335">
          <p15:clr>
            <a:srgbClr val="A6A6A6"/>
          </p15:clr>
        </p15:guide>
        <p15:guide id="23" orient="horz" pos="3837">
          <p15:clr>
            <a:srgbClr val="A6A6A6"/>
          </p15:clr>
        </p15:guide>
        <p15:guide id="24" orient="horz" pos="4166">
          <p15:clr>
            <a:srgbClr val="A6A6A6"/>
          </p15:clr>
        </p15:guide>
        <p15:guide id="25" orient="horz" pos="1827">
          <p15:clr>
            <a:srgbClr val="A4A3A4"/>
          </p15:clr>
        </p15:guide>
        <p15:guide id="26" orient="horz" pos="2832">
          <p15:clr>
            <a:srgbClr val="A4A3A4"/>
          </p15:clr>
        </p15:guide>
        <p15:guide id="27" orient="horz" pos="399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F3C7-F4DB-7FD4-5856-2D0BD2256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GSK Precision Light" pitchFamily="2" charset="0"/>
              </a:rPr>
              <a:t>Ingress-Nginx – Istio Migration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E6085AC-50D9-4BE4-72CD-3AFAEC1FFA6C}"/>
              </a:ext>
            </a:extLst>
          </p:cNvPr>
          <p:cNvSpPr txBox="1">
            <a:spLocks/>
          </p:cNvSpPr>
          <p:nvPr/>
        </p:nvSpPr>
        <p:spPr>
          <a:xfrm>
            <a:off x="162837" y="5510243"/>
            <a:ext cx="8874703" cy="54800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 defTabSz="12191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GSK Precision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GSK Precision Light" pitchFamily="2" charset="0"/>
              </a:rPr>
              <a:t>- Soumya Prakash Barik</a:t>
            </a:r>
          </a:p>
        </p:txBody>
      </p:sp>
    </p:spTree>
    <p:extLst>
      <p:ext uri="{BB962C8B-B14F-4D97-AF65-F5344CB8AC3E}">
        <p14:creationId xmlns:p14="http://schemas.microsoft.com/office/powerpoint/2010/main" val="139318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A186F-60B1-8BC6-1E5D-2A96C1DC8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CDA7-8B10-0F73-B425-00CF9F09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Existing Ingress-nginx setup</a:t>
            </a:r>
            <a:endParaRPr lang="en-US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EB7F3AE-1700-7220-D5F4-C706A0D95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156" y="6418706"/>
            <a:ext cx="1243264" cy="24766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B3C797A-DEA3-DD08-2DE2-3162816F5032}"/>
              </a:ext>
            </a:extLst>
          </p:cNvPr>
          <p:cNvSpPr txBox="1"/>
          <p:nvPr/>
        </p:nvSpPr>
        <p:spPr>
          <a:xfrm>
            <a:off x="6376086" y="6709719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F16C1F6-D4A9-8A16-CDF3-339515C3389B}"/>
              </a:ext>
            </a:extLst>
          </p:cNvPr>
          <p:cNvSpPr txBox="1"/>
          <p:nvPr/>
        </p:nvSpPr>
        <p:spPr>
          <a:xfrm>
            <a:off x="10144897" y="5078627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50D2E27-A507-8BEF-B35B-7A308440B85E}"/>
              </a:ext>
            </a:extLst>
          </p:cNvPr>
          <p:cNvSpPr txBox="1"/>
          <p:nvPr/>
        </p:nvSpPr>
        <p:spPr>
          <a:xfrm>
            <a:off x="9366422" y="523926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5AFC8-186B-D5E4-3D43-6EDD5A08B2A3}"/>
              </a:ext>
            </a:extLst>
          </p:cNvPr>
          <p:cNvSpPr txBox="1"/>
          <p:nvPr/>
        </p:nvSpPr>
        <p:spPr>
          <a:xfrm>
            <a:off x="5538952" y="258554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3A741-41A6-A75C-DBDD-3A7C46FE2BC2}"/>
              </a:ext>
            </a:extLst>
          </p:cNvPr>
          <p:cNvSpPr txBox="1"/>
          <p:nvPr/>
        </p:nvSpPr>
        <p:spPr>
          <a:xfrm>
            <a:off x="6702481" y="1174283"/>
            <a:ext cx="5592278" cy="4649002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65BE92-64D7-3D3E-E9D5-02A09C8C4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7" y="1088590"/>
            <a:ext cx="5520091" cy="5105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A0B604-236C-632F-FC1C-F3BAE72B7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698" y="414669"/>
            <a:ext cx="4753090" cy="625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7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9BED-DF80-A694-89AC-9F451FB0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CC47-3E97-BF5E-50CD-278B7263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Istio with Private only AKS</a:t>
            </a:r>
            <a:endParaRPr lang="en-US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FA7C6E4-3FE3-FE58-1F21-0F6C0721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156" y="6418706"/>
            <a:ext cx="1243264" cy="24766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A5F0BB3-0E27-F381-6DE2-B4CBE57F5EBD}"/>
              </a:ext>
            </a:extLst>
          </p:cNvPr>
          <p:cNvSpPr txBox="1"/>
          <p:nvPr/>
        </p:nvSpPr>
        <p:spPr>
          <a:xfrm>
            <a:off x="6376086" y="6709719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43352F2-6B78-E188-614F-3233874453C2}"/>
              </a:ext>
            </a:extLst>
          </p:cNvPr>
          <p:cNvSpPr txBox="1"/>
          <p:nvPr/>
        </p:nvSpPr>
        <p:spPr>
          <a:xfrm>
            <a:off x="10144897" y="5078627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E964F41-82E5-38F5-A0C8-B20BEC47DED6}"/>
              </a:ext>
            </a:extLst>
          </p:cNvPr>
          <p:cNvSpPr txBox="1"/>
          <p:nvPr/>
        </p:nvSpPr>
        <p:spPr>
          <a:xfrm>
            <a:off x="9366422" y="523926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84ADD-E59B-CC9B-E68A-7AA93544DD40}"/>
              </a:ext>
            </a:extLst>
          </p:cNvPr>
          <p:cNvSpPr txBox="1"/>
          <p:nvPr/>
        </p:nvSpPr>
        <p:spPr>
          <a:xfrm>
            <a:off x="5538952" y="258554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pic>
        <p:nvPicPr>
          <p:cNvPr id="6" name="Picture 5" descr="A diagram of a software server&#10;&#10;AI-generated content may be incorrect.">
            <a:extLst>
              <a:ext uri="{FF2B5EF4-FFF2-40B4-BE49-F238E27FC236}">
                <a16:creationId xmlns:a16="http://schemas.microsoft.com/office/drawing/2014/main" id="{E9A37806-B54D-A625-3222-7390059F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37" y="1454150"/>
            <a:ext cx="5485411" cy="42295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FBB475-3A6C-E1EC-9460-243307AE939F}"/>
              </a:ext>
            </a:extLst>
          </p:cNvPr>
          <p:cNvSpPr txBox="1"/>
          <p:nvPr/>
        </p:nvSpPr>
        <p:spPr>
          <a:xfrm>
            <a:off x="6304547" y="1174283"/>
            <a:ext cx="5592278" cy="4649002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US" sz="1200" b="1" dirty="0"/>
              <a:t>Key Features: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Internal </a:t>
            </a:r>
            <a:r>
              <a:rPr lang="en-US" sz="1200" dirty="0" err="1"/>
              <a:t>Loadbalancer</a:t>
            </a:r>
            <a:r>
              <a:rPr lang="en-US" sz="1200" dirty="0"/>
              <a:t> : No public exposure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Selective injection: Per namespace or per pod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 err="1"/>
              <a:t>mTLS</a:t>
            </a:r>
            <a:r>
              <a:rPr lang="en-US" sz="1200" dirty="0"/>
              <a:t> Optional: Based on team needs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Latency Trade-off: +2-5ms with sidecar</a:t>
            </a:r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95335" lvl="1" indent="-285750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1740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7A94-373E-BCB3-087F-6968A7C0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5EC0-0AE9-8383-3D33-908690AC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Istio with Shared AKS multi-cluster</a:t>
            </a:r>
            <a:endParaRPr lang="en-US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2613847-1761-C478-007B-80EE47EA0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156" y="6418706"/>
            <a:ext cx="1243264" cy="24766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5A05A61-C6E7-CDCF-2814-DB8EE146F0CD}"/>
              </a:ext>
            </a:extLst>
          </p:cNvPr>
          <p:cNvSpPr txBox="1"/>
          <p:nvPr/>
        </p:nvSpPr>
        <p:spPr>
          <a:xfrm>
            <a:off x="6376086" y="6709719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9663E2B-9806-4E33-FB2D-96155AB4B7FF}"/>
              </a:ext>
            </a:extLst>
          </p:cNvPr>
          <p:cNvSpPr txBox="1"/>
          <p:nvPr/>
        </p:nvSpPr>
        <p:spPr>
          <a:xfrm>
            <a:off x="10144897" y="5078627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300ACB4-6CBF-49BE-3E75-BC64122EE51B}"/>
              </a:ext>
            </a:extLst>
          </p:cNvPr>
          <p:cNvSpPr txBox="1"/>
          <p:nvPr/>
        </p:nvSpPr>
        <p:spPr>
          <a:xfrm>
            <a:off x="9366422" y="523926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97D04-8ADD-301F-B356-7494229D8E0C}"/>
              </a:ext>
            </a:extLst>
          </p:cNvPr>
          <p:cNvSpPr txBox="1"/>
          <p:nvPr/>
        </p:nvSpPr>
        <p:spPr>
          <a:xfrm>
            <a:off x="5538952" y="258554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E2D3B-8CDA-F84C-FB9E-034A8680F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1267393"/>
            <a:ext cx="5935584" cy="3822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9ABFD5-5176-EDB3-A545-FB5479C47616}"/>
              </a:ext>
            </a:extLst>
          </p:cNvPr>
          <p:cNvSpPr txBox="1"/>
          <p:nvPr/>
        </p:nvSpPr>
        <p:spPr>
          <a:xfrm>
            <a:off x="6392781" y="1001025"/>
            <a:ext cx="5342021" cy="4706755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US" sz="1200" b="1" dirty="0"/>
              <a:t>Multi-Tenancy Features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Per-Team Gateways: Each team manages own ingress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Namespace Isolation: Network </a:t>
            </a:r>
            <a:r>
              <a:rPr lang="en-US" sz="1200" dirty="0" err="1"/>
              <a:t>Polcy</a:t>
            </a:r>
            <a:r>
              <a:rPr lang="en-US" sz="1200" dirty="0"/>
              <a:t> + </a:t>
            </a:r>
            <a:r>
              <a:rPr lang="en-US" sz="1200" dirty="0" err="1"/>
              <a:t>Autherization</a:t>
            </a:r>
            <a:r>
              <a:rPr lang="en-US" sz="1200" dirty="0"/>
              <a:t> policy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Flexible sidecars: Team chose injection strategy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Shared control Plane: Single </a:t>
            </a:r>
            <a:r>
              <a:rPr lang="en-US" sz="1200" dirty="0" err="1"/>
              <a:t>Istiod</a:t>
            </a:r>
            <a:r>
              <a:rPr lang="en-US" sz="1200" dirty="0"/>
              <a:t>, Lowed Overhead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US" sz="1200" b="1" dirty="0"/>
              <a:t>Istio Resource Overhead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endParaRPr lang="en-US" sz="1200" dirty="0"/>
          </a:p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endParaRPr lang="en-US" sz="1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0B838B-9338-A58C-BBD4-D3CBBA538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02330"/>
              </p:ext>
            </p:extLst>
          </p:nvPr>
        </p:nvGraphicFramePr>
        <p:xfrm>
          <a:off x="6589026" y="2966493"/>
          <a:ext cx="4518528" cy="259691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92429">
                  <a:extLst>
                    <a:ext uri="{9D8B030D-6E8A-4147-A177-3AD203B41FA5}">
                      <a16:colId xmlns:a16="http://schemas.microsoft.com/office/drawing/2014/main" val="3172121841"/>
                    </a:ext>
                  </a:extLst>
                </a:gridCol>
                <a:gridCol w="1219923">
                  <a:extLst>
                    <a:ext uri="{9D8B030D-6E8A-4147-A177-3AD203B41FA5}">
                      <a16:colId xmlns:a16="http://schemas.microsoft.com/office/drawing/2014/main" val="1530852136"/>
                    </a:ext>
                  </a:extLst>
                </a:gridCol>
                <a:gridCol w="1506176">
                  <a:extLst>
                    <a:ext uri="{9D8B030D-6E8A-4147-A177-3AD203B41FA5}">
                      <a16:colId xmlns:a16="http://schemas.microsoft.com/office/drawing/2014/main" val="519727614"/>
                    </a:ext>
                  </a:extLst>
                </a:gridCol>
              </a:tblGrid>
              <a:tr h="519382">
                <a:tc>
                  <a:txBody>
                    <a:bodyPr/>
                    <a:lstStyle/>
                    <a:p>
                      <a:r>
                        <a:rPr lang="en-US" sz="12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809966"/>
                  </a:ext>
                </a:extLst>
              </a:tr>
              <a:tr h="519382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Istiod</a:t>
                      </a:r>
                      <a:r>
                        <a:rPr lang="en-US" sz="1200" dirty="0"/>
                        <a:t> (Per cluster)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500m-1core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512mb-1gb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60467"/>
                  </a:ext>
                </a:extLst>
              </a:tr>
              <a:tr h="519382">
                <a:tc>
                  <a:txBody>
                    <a:bodyPr/>
                    <a:lstStyle/>
                    <a:p>
                      <a:r>
                        <a:rPr lang="en-US" sz="1200" dirty="0"/>
                        <a:t>Ingress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200m-1core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256mb-1gb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031904"/>
                  </a:ext>
                </a:extLst>
              </a:tr>
              <a:tr h="519382">
                <a:tc>
                  <a:txBody>
                    <a:bodyPr/>
                    <a:lstStyle/>
                    <a:p>
                      <a:r>
                        <a:rPr lang="en-US" sz="1200" dirty="0"/>
                        <a:t>Egress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100m-500m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128m—512mb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136751"/>
                  </a:ext>
                </a:extLst>
              </a:tr>
              <a:tr h="519382">
                <a:tc>
                  <a:txBody>
                    <a:bodyPr/>
                    <a:lstStyle/>
                    <a:p>
                      <a:r>
                        <a:rPr lang="en-US" sz="1200" dirty="0"/>
                        <a:t>Sidecar (Per pod)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50m-500m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64mb-256mb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92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02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4051-53E3-584D-EAF5-2C68DB64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B8EF6-6588-7BDB-B268-A94314B9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Istio with Azure Local</a:t>
            </a:r>
            <a:endParaRPr lang="en-US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2486532-A878-4EA4-F1D5-B8CBFE91F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156" y="6418706"/>
            <a:ext cx="1243264" cy="24766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58AC4AF-AE90-0ADA-F2AC-338BC8EDB0EB}"/>
              </a:ext>
            </a:extLst>
          </p:cNvPr>
          <p:cNvSpPr txBox="1"/>
          <p:nvPr/>
        </p:nvSpPr>
        <p:spPr>
          <a:xfrm>
            <a:off x="6376086" y="6709719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792C6CB-26A8-13ED-CBA0-1D9719C6804B}"/>
              </a:ext>
            </a:extLst>
          </p:cNvPr>
          <p:cNvSpPr txBox="1"/>
          <p:nvPr/>
        </p:nvSpPr>
        <p:spPr>
          <a:xfrm>
            <a:off x="10144897" y="5078627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0F5B94-AE4A-3AEF-EF04-9655EC1CED3A}"/>
              </a:ext>
            </a:extLst>
          </p:cNvPr>
          <p:cNvSpPr txBox="1"/>
          <p:nvPr/>
        </p:nvSpPr>
        <p:spPr>
          <a:xfrm>
            <a:off x="9366422" y="523926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CC7F1-65D2-5EDB-4B24-2D892BF9FE5D}"/>
              </a:ext>
            </a:extLst>
          </p:cNvPr>
          <p:cNvSpPr txBox="1"/>
          <p:nvPr/>
        </p:nvSpPr>
        <p:spPr>
          <a:xfrm>
            <a:off x="5538952" y="258554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ED11B-242E-1869-6755-71C65C53DD25}"/>
              </a:ext>
            </a:extLst>
          </p:cNvPr>
          <p:cNvSpPr txBox="1"/>
          <p:nvPr/>
        </p:nvSpPr>
        <p:spPr>
          <a:xfrm>
            <a:off x="8104472" y="952901"/>
            <a:ext cx="3702948" cy="4717649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US" sz="1200" b="1" dirty="0"/>
              <a:t>Egress Control Benefits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Whitelist external hosts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Audit all outbound traffic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Prevent data exfiltration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200" dirty="0"/>
              <a:t>Compliance enforcement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E6B59D-C7D1-52D3-EA12-6044CCAB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0" y="952901"/>
            <a:ext cx="73279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1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85A1-1B13-1133-A93E-78C8BB9B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38B3-C71A-6B59-D1C5-3347C28F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288758"/>
            <a:ext cx="10808209" cy="356135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</a:pPr>
            <a:r>
              <a:rPr lang="en-US" dirty="0"/>
              <a:t>Istio Governance Model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0926E68-2E38-C3C1-D9B2-22F9BF6E5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156" y="6418706"/>
            <a:ext cx="1243264" cy="24766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5B17FA65-B1B1-0B19-6605-519EF68C05CD}"/>
              </a:ext>
            </a:extLst>
          </p:cNvPr>
          <p:cNvSpPr txBox="1"/>
          <p:nvPr/>
        </p:nvSpPr>
        <p:spPr>
          <a:xfrm>
            <a:off x="6376086" y="6709719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295A645-7B89-CB63-970C-C10C78FE129B}"/>
              </a:ext>
            </a:extLst>
          </p:cNvPr>
          <p:cNvSpPr txBox="1"/>
          <p:nvPr/>
        </p:nvSpPr>
        <p:spPr>
          <a:xfrm>
            <a:off x="10144897" y="5078627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9E18C74-A940-D097-038D-FF7E8586F9F4}"/>
              </a:ext>
            </a:extLst>
          </p:cNvPr>
          <p:cNvSpPr txBox="1"/>
          <p:nvPr/>
        </p:nvSpPr>
        <p:spPr>
          <a:xfrm>
            <a:off x="9366422" y="523926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C0494-7E8E-FA33-B7C2-4CFDE248DB38}"/>
              </a:ext>
            </a:extLst>
          </p:cNvPr>
          <p:cNvSpPr txBox="1"/>
          <p:nvPr/>
        </p:nvSpPr>
        <p:spPr>
          <a:xfrm>
            <a:off x="5538952" y="2585545"/>
            <a:ext cx="0" cy="0"/>
          </a:xfrm>
          <a:prstGeom prst="rect">
            <a:avLst/>
          </a:prstGeom>
          <a:noFill/>
        </p:spPr>
        <p:txBody>
          <a:bodyPr wrap="none" lIns="180000" tIns="180000" rIns="180000" bIns="180000" rtlCol="0">
            <a:normAutofit fontScale="25000" lnSpcReduction="20000"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9DF9DF-3A1D-6878-51EE-BFC796FE0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15589"/>
              </p:ext>
            </p:extLst>
          </p:nvPr>
        </p:nvGraphicFramePr>
        <p:xfrm>
          <a:off x="1626670" y="716672"/>
          <a:ext cx="6041888" cy="5702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1666">
                  <a:extLst>
                    <a:ext uri="{9D8B030D-6E8A-4147-A177-3AD203B41FA5}">
                      <a16:colId xmlns:a16="http://schemas.microsoft.com/office/drawing/2014/main" val="3301978725"/>
                    </a:ext>
                  </a:extLst>
                </a:gridCol>
                <a:gridCol w="1770111">
                  <a:extLst>
                    <a:ext uri="{9D8B030D-6E8A-4147-A177-3AD203B41FA5}">
                      <a16:colId xmlns:a16="http://schemas.microsoft.com/office/drawing/2014/main" val="3744038482"/>
                    </a:ext>
                  </a:extLst>
                </a:gridCol>
                <a:gridCol w="1770111">
                  <a:extLst>
                    <a:ext uri="{9D8B030D-6E8A-4147-A177-3AD203B41FA5}">
                      <a16:colId xmlns:a16="http://schemas.microsoft.com/office/drawing/2014/main" val="677919263"/>
                    </a:ext>
                  </a:extLst>
                </a:gridCol>
              </a:tblGrid>
              <a:tr h="119640">
                <a:tc>
                  <a:txBody>
                    <a:bodyPr/>
                    <a:lstStyle/>
                    <a:p>
                      <a:r>
                        <a:rPr lang="en-US" sz="1000" b="1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Self-Managed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AKS Add-On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526108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US" sz="1000" dirty="0"/>
                        <a:t>Istio Installation/Upgrades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133268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US" sz="1000" dirty="0" err="1"/>
                        <a:t>Istiod</a:t>
                      </a:r>
                      <a:r>
                        <a:rPr lang="en-US" sz="1000" dirty="0"/>
                        <a:t> (Control Plane)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308307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 err="1"/>
                        <a:t>Istiod</a:t>
                      </a:r>
                      <a:r>
                        <a:rPr lang="en-IN" sz="1000" dirty="0"/>
                        <a:t> Scaling/HA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138741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 err="1"/>
                        <a:t>Istiod</a:t>
                      </a:r>
                      <a:r>
                        <a:rPr lang="en-IN" sz="1000" dirty="0"/>
                        <a:t> Configuration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Shared (Limited)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026181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/>
                        <a:t>Sidecar Injection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896156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/>
                        <a:t>Istio CRDs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885800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/>
                        <a:t>Istio Version Selection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99540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US" sz="1000" dirty="0"/>
                        <a:t>Ingress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968798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US" sz="1000" dirty="0"/>
                        <a:t>Ingress GW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32670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US" sz="1000" dirty="0"/>
                        <a:t>Egress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285877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/>
                        <a:t>Root CA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953554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/>
                        <a:t>Intermediate CA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750033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/>
                        <a:t>Workload Certificates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Azure (Automatic)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846386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US" sz="1000" dirty="0"/>
                        <a:t>Mesh wide </a:t>
                      </a:r>
                      <a:r>
                        <a:rPr lang="en-US" sz="1000" dirty="0" err="1"/>
                        <a:t>mTLS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3364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 err="1"/>
                        <a:t>PeerAuthentication</a:t>
                      </a:r>
                      <a:r>
                        <a:rPr lang="en-IN" sz="1000" dirty="0"/>
                        <a:t> &amp; Service Entry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Platform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48088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 err="1"/>
                        <a:t>AuthorizationPolicy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Platform/App Team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Platform/App Team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644342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 err="1"/>
                        <a:t>VirtualService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App Team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App Team 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533035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r>
                        <a:rPr lang="en-IN" sz="1000" dirty="0" err="1"/>
                        <a:t>DestinationRule</a:t>
                      </a:r>
                      <a:r>
                        <a:rPr lang="en-IN" sz="1000" dirty="0"/>
                        <a:t> &amp; Sidecar (resource)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App Team 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/>
                        <a:t>App Team 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1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8681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GSK " val="DqY5De45"/>
  <p:tag name="ARTICULATE_SLIDE_COUNT" val="30"/>
  <p:tag name="ARTICULATE_PROJECT_OPEN" val="0"/>
  <p:tag name="THINKCELLPRESENTATIONDONOTDELETE" val="&lt;?xml version=&quot;1.0&quot; encoding=&quot;UTF-16&quot; standalone=&quot;yes&quot;?&gt;&lt;root reqver=&quot;28224&quot;&gt;&lt;version val=&quot;3527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F5&quot; g=&quot;7F&quot; b=&quot;5F&quot;/&gt;&lt;/elem&gt;&lt;elem m_fUsage=&quot;9.00000000000000022204E-01&quot;&gt;&lt;m_msothmcolidx val=&quot;0&quot;/&gt;&lt;m_rgb r=&quot;FD&quot; g=&quot;60&quot; b=&quot;12&quot;/&gt;&lt;/elem&gt;&lt;/m_vecMRU&gt;&lt;/m_mruColor&gt;&lt;m_eweekdayFirstOfWeek val=&quot;2&quot;/&gt;&lt;m_eweekdayFirstOfWorkweek val=&quot;2&quot;/&gt;&lt;m_eweekdayFirstOfWeekend val=&quot;7&quot;/&gt;&lt;/CPresentation&gt;&lt;/root&gt;"/>
  <p:tag name="PRESGUID" val="12226947-f17e-4993-a00a-8b5f3d16cc85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GSK ">
  <a:themeElements>
    <a:clrScheme name="GSK_Template_2022">
      <a:dk1>
        <a:srgbClr val="000000"/>
      </a:dk1>
      <a:lt1>
        <a:sysClr val="window" lastClr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F0EFED"/>
      </a:folHlink>
    </a:clrScheme>
    <a:fontScheme name="GSK_Template_2022">
      <a:majorFont>
        <a:latin typeface="Arial"/>
        <a:ea typeface=""/>
        <a:cs typeface="Noto Sans"/>
      </a:majorFont>
      <a:minorFont>
        <a:latin typeface="Arial"/>
        <a:ea typeface=""/>
        <a:cs typeface="Not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prstTxWarp prst="textNoShape">
          <a:avLst/>
        </a:prstTxWarp>
        <a:noAutofit/>
      </a:bodyPr>
      <a:lstStyle>
        <a:defPPr marL="285750" indent="-285750" algn="l" eaLnBrk="0" fontAlgn="auto" hangingPunct="0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kern="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0000" tIns="180000" rIns="180000" bIns="180000" rtlCol="0">
        <a:normAutofit/>
      </a:bodyPr>
      <a:lstStyle>
        <a:defPPr marL="285750" indent="-285750" algn="l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SK_New_PPT_16x9_Template_Sep22_v2  -  Read-Only" id="{EE3E7A9B-3AB6-4322-B87F-828C0A0D3317}" vid="{EC6655C6-C3EC-4531-B19E-81C81EAA6C18}"/>
    </a:ext>
  </a:extLst>
</a:theme>
</file>

<file path=ppt/theme/theme2.xml><?xml version="1.0" encoding="utf-8"?>
<a:theme xmlns:a="http://schemas.openxmlformats.org/drawingml/2006/main" name="2_GSK ">
  <a:themeElements>
    <a:clrScheme name="GSK_Template_2022">
      <a:dk1>
        <a:srgbClr val="000000"/>
      </a:dk1>
      <a:lt1>
        <a:sysClr val="window" lastClr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F0EFED"/>
      </a:folHlink>
    </a:clrScheme>
    <a:fontScheme name="GSK_Template_2022">
      <a:majorFont>
        <a:latin typeface="Arial"/>
        <a:ea typeface=""/>
        <a:cs typeface="Noto Sans"/>
      </a:majorFont>
      <a:minorFont>
        <a:latin typeface="Arial"/>
        <a:ea typeface=""/>
        <a:cs typeface="Not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prstTxWarp prst="textNoShape">
          <a:avLst/>
        </a:prstTxWarp>
        <a:noAutofit/>
      </a:bodyPr>
      <a:lstStyle>
        <a:defPPr marL="285750" indent="-285750" algn="l" eaLnBrk="0" fontAlgn="auto" hangingPunct="0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kern="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0000" tIns="180000" rIns="180000" bIns="180000" rtlCol="0">
        <a:normAutofit/>
      </a:bodyPr>
      <a:lstStyle>
        <a:defPPr marL="285750" indent="-285750" algn="l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1FC64C42-FD31-4645-8EA4-F7F1E0B32C5A}" vid="{75B4F402-4C66-47F2-964F-78688538E0BA}"/>
    </a:ext>
  </a:extLst>
</a:theme>
</file>

<file path=ppt/theme/theme3.xml><?xml version="1.0" encoding="utf-8"?>
<a:theme xmlns:a="http://schemas.openxmlformats.org/drawingml/2006/main" name="GSK ">
  <a:themeElements>
    <a:clrScheme name="GSK_Template_2022">
      <a:dk1>
        <a:srgbClr val="000000"/>
      </a:dk1>
      <a:lt1>
        <a:sysClr val="window" lastClr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F0EFED"/>
      </a:folHlink>
    </a:clrScheme>
    <a:fontScheme name="GSK_Template_2022">
      <a:majorFont>
        <a:latin typeface="Arial"/>
        <a:ea typeface=""/>
        <a:cs typeface="Noto Sans"/>
      </a:majorFont>
      <a:minorFont>
        <a:latin typeface="Arial"/>
        <a:ea typeface=""/>
        <a:cs typeface="Not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prstTxWarp prst="textNoShape">
          <a:avLst/>
        </a:prstTxWarp>
        <a:noAutofit/>
      </a:bodyPr>
      <a:lstStyle>
        <a:defPPr marL="285750" indent="-285750" algn="l" eaLnBrk="0" fontAlgn="auto" hangingPunct="0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kern="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0000" tIns="180000" rIns="180000" bIns="180000" rtlCol="0">
        <a:normAutofit/>
      </a:bodyPr>
      <a:lstStyle>
        <a:defPPr marL="285750" indent="-285750" algn="l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SK_New_PPT_16x9_Template_Sep22_v2  -  Read-Only" id="{EE3E7A9B-3AB6-4322-B87F-828C0A0D3317}" vid="{EC6655C6-C3EC-4531-B19E-81C81EAA6C18}"/>
    </a:ext>
  </a:extLst>
</a:theme>
</file>

<file path=ppt/theme/theme4.xml><?xml version="1.0" encoding="utf-8"?>
<a:theme xmlns:a="http://schemas.openxmlformats.org/drawingml/2006/main" name="Theme1 Precision Font">
  <a:themeElements>
    <a:clrScheme name="GSK_Template_2022">
      <a:dk1>
        <a:srgbClr val="000000"/>
      </a:dk1>
      <a:lt1>
        <a:srgbClr val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959595"/>
      </a:folHlink>
    </a:clrScheme>
    <a:fontScheme name="GSK Custom Font">
      <a:majorFont>
        <a:latin typeface="GSK Precision Light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SK Precision Light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eaLnBrk="0" fontAlgn="auto" hangingPunct="0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defRPr sz="1600" kern="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defRPr sz="1600" dirty="0" err="1" smtClean="0"/>
        </a:defPPr>
      </a:lstStyle>
    </a:txDef>
  </a:objectDefaults>
  <a:extraClrSchemeLst/>
  <a:custClrLst>
    <a:custClr name="Custom Color 1">
      <a:srgbClr val="6658A6"/>
    </a:custClr>
    <a:custClr name="Custom Color 2">
      <a:srgbClr val="E21860"/>
    </a:custClr>
    <a:custClr name="Custom Color 3">
      <a:srgbClr val="69B445"/>
    </a:custClr>
    <a:custClr name="Custom Color 4">
      <a:srgbClr val="244EA2"/>
    </a:custClr>
    <a:custClr name="Custom Color 5">
      <a:srgbClr val="FFC709"/>
    </a:custClr>
    <a:custClr name="Custom Color 6">
      <a:srgbClr val="DC4133"/>
    </a:custClr>
    <a:custClr name="Custom Color 7">
      <a:srgbClr val="00B8AD"/>
    </a:custClr>
    <a:custClr name="BLANK">
      <a:srgbClr val="FFFFFF"/>
    </a:custClr>
    <a:custClr name="BLANK">
      <a:srgbClr val="FFFFFF"/>
    </a:custClr>
    <a:custClr name="BLANK">
      <a:srgbClr val="FFFFFF"/>
    </a:custClr>
    <a:custClr name="Custom Color 11">
      <a:srgbClr val="522E91"/>
    </a:custClr>
    <a:custClr name="Custom Color 12">
      <a:srgbClr val="862045"/>
    </a:custClr>
    <a:custClr name="Custom Color 13">
      <a:srgbClr val="436632"/>
    </a:custClr>
    <a:custClr name="Custom Color 14">
      <a:srgbClr val="263970"/>
    </a:custClr>
    <a:custClr name="Custom Color 15">
      <a:srgbClr val="C1A42B"/>
    </a:custClr>
    <a:custClr name="Custom Color 16">
      <a:srgbClr val="983728"/>
    </a:custClr>
    <a:custClr name="Custom Color 17">
      <a:srgbClr val="02736E"/>
    </a:custClr>
    <a:custClr name="BLANK">
      <a:srgbClr val="FFFFFF"/>
    </a:custClr>
    <a:custClr name="BLANK">
      <a:srgbClr val="FFFFFF"/>
    </a:custClr>
    <a:custClr name="BLANK">
      <a:srgbClr val="FFFFFF"/>
    </a:custClr>
    <a:custClr name="Custom Color 21">
      <a:srgbClr val="AB95C7"/>
    </a:custClr>
    <a:custClr name="Custom Color 22">
      <a:srgbClr val="CA8E9E"/>
    </a:custClr>
    <a:custClr name="Custom Color 23">
      <a:srgbClr val="85A977"/>
    </a:custClr>
    <a:custClr name="Custom Color 24">
      <a:srgbClr val="6F8CC7"/>
    </a:custClr>
    <a:custClr name="Custom Color 25">
      <a:srgbClr val="E2CC8F"/>
    </a:custClr>
    <a:custClr name="Custom Color 26">
      <a:srgbClr val="D6A197"/>
    </a:custClr>
    <a:custClr name="Custom Color 27">
      <a:srgbClr val="72ABA3"/>
    </a:custClr>
  </a:custClrLst>
  <a:extLst>
    <a:ext uri="{05A4C25C-085E-4340-85A3-A5531E510DB2}">
      <thm15:themeFamily xmlns:thm15="http://schemas.microsoft.com/office/thememl/2012/main" name="Theme1 Precision Font" id="{6E644A81-F257-415E-B8E4-66B4328E3665}" vid="{800F88B0-64F4-44E2-9D2F-584C8B1CE057}"/>
    </a:ext>
  </a:extLst>
</a:theme>
</file>

<file path=ppt/theme/theme5.xml><?xml version="1.0" encoding="utf-8"?>
<a:theme xmlns:a="http://schemas.openxmlformats.org/drawingml/2006/main" name="1_GSK ">
  <a:themeElements>
    <a:clrScheme name="GSK_Template_2022">
      <a:dk1>
        <a:srgbClr val="000000"/>
      </a:dk1>
      <a:lt1>
        <a:sysClr val="window" lastClr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F0EFED"/>
      </a:folHlink>
    </a:clrScheme>
    <a:fontScheme name="GSK_Template_2022">
      <a:majorFont>
        <a:latin typeface="Arial"/>
        <a:ea typeface=""/>
        <a:cs typeface="Noto Sans"/>
      </a:majorFont>
      <a:minorFont>
        <a:latin typeface="Arial"/>
        <a:ea typeface=""/>
        <a:cs typeface="Not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<a:prstTxWarp prst="textNoShape">
          <a:avLst/>
        </a:prstTxWarp>
        <a:noAutofit/>
      </a:bodyPr>
      <a:lstStyle>
        <a:defPPr marL="285750" indent="-285750" algn="l" eaLnBrk="0" fontAlgn="auto" hangingPunct="0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kern="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0000" tIns="180000" rIns="180000" bIns="180000" rtlCol="0">
        <a:normAutofit/>
      </a:bodyPr>
      <a:lstStyle>
        <a:defPPr marL="285750" indent="-285750" algn="l">
          <a:spcBef>
            <a:spcPts val="300"/>
          </a:spcBef>
          <a:spcAft>
            <a:spcPts val="300"/>
          </a:spcAft>
          <a:buClr>
            <a:schemeClr val="tx2"/>
          </a:buClr>
          <a:buSzPct val="110000"/>
          <a:buFont typeface="Arial" panose="020B0604020202020204" pitchFamily="34" charset="0"/>
          <a:buChar char="•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SK_New_PPT_16x9_Template_Sep22_v2  -  Read-Only" id="{EE3E7A9B-3AB6-4322-B87F-828C0A0D3317}" vid="{EC6655C6-C3EC-4531-B19E-81C81EAA6C18}"/>
    </a:ext>
  </a:extLst>
</a:theme>
</file>

<file path=ppt/theme/theme6.xml><?xml version="1.0" encoding="utf-8"?>
<a:theme xmlns:a="http://schemas.openxmlformats.org/drawingml/2006/main" name="Office Theme">
  <a:themeElements>
    <a:clrScheme name="GSK_Template_2022">
      <a:dk1>
        <a:srgbClr val="000000"/>
      </a:dk1>
      <a:lt1>
        <a:sysClr val="window" lastClr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F0EFED"/>
      </a:folHlink>
    </a:clrScheme>
    <a:fontScheme name="GSK_Template_2022">
      <a:majorFont>
        <a:latin typeface="Arial"/>
        <a:ea typeface=""/>
        <a:cs typeface="Noto Sans"/>
      </a:majorFont>
      <a:minorFont>
        <a:latin typeface="Arial"/>
        <a:ea typeface=""/>
        <a:cs typeface="Not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GSK_Template_2022">
      <a:dk1>
        <a:srgbClr val="000000"/>
      </a:dk1>
      <a:lt1>
        <a:sysClr val="window" lastClr="FFFFFF"/>
      </a:lt1>
      <a:dk2>
        <a:srgbClr val="F36633"/>
      </a:dk2>
      <a:lt2>
        <a:srgbClr val="959595"/>
      </a:lt2>
      <a:accent1>
        <a:srgbClr val="6658A6"/>
      </a:accent1>
      <a:accent2>
        <a:srgbClr val="E21860"/>
      </a:accent2>
      <a:accent3>
        <a:srgbClr val="69B445"/>
      </a:accent3>
      <a:accent4>
        <a:srgbClr val="244EA2"/>
      </a:accent4>
      <a:accent5>
        <a:srgbClr val="FFC709"/>
      </a:accent5>
      <a:accent6>
        <a:srgbClr val="DC4133"/>
      </a:accent6>
      <a:hlink>
        <a:srgbClr val="000000"/>
      </a:hlink>
      <a:folHlink>
        <a:srgbClr val="F0EFED"/>
      </a:folHlink>
    </a:clrScheme>
    <a:fontScheme name="GSK_Template_2022">
      <a:majorFont>
        <a:latin typeface="Arial"/>
        <a:ea typeface=""/>
        <a:cs typeface="Noto Sans"/>
      </a:majorFont>
      <a:minorFont>
        <a:latin typeface="Arial"/>
        <a:ea typeface=""/>
        <a:cs typeface="Noto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36A45F32384A429B20FAD37472F0E9" ma:contentTypeVersion="15" ma:contentTypeDescription="Create a new document." ma:contentTypeScope="" ma:versionID="8484a9bd0a6793d6388238a2b07bcb6c">
  <xsd:schema xmlns:xsd="http://www.w3.org/2001/XMLSchema" xmlns:xs="http://www.w3.org/2001/XMLSchema" xmlns:p="http://schemas.microsoft.com/office/2006/metadata/properties" xmlns:ns2="22bce3e2-201b-49c7-9d0f-bff019030a21" xmlns:ns3="7fef2a20-82ef-461e-988d-835a831e05db" targetNamespace="http://schemas.microsoft.com/office/2006/metadata/properties" ma:root="true" ma:fieldsID="74605c7ded6fc635d8bc942dea1649df" ns2:_="" ns3:_="">
    <xsd:import namespace="22bce3e2-201b-49c7-9d0f-bff019030a21"/>
    <xsd:import namespace="7fef2a20-82ef-461e-988d-835a831e05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ce3e2-201b-49c7-9d0f-bff019030a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451d461-d530-465a-81eb-73ef42a83d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f2a20-82ef-461e-988d-835a831e05d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369c1d-9c72-4ba0-a3df-0a6e5663596f}" ma:internalName="TaxCatchAll" ma:showField="CatchAllData" ma:web="7fef2a20-82ef-461e-988d-835a831e05d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ef2a20-82ef-461e-988d-835a831e05db"/>
    <lcf76f155ced4ddcb4097134ff3c332f xmlns="22bce3e2-201b-49c7-9d0f-bff019030a21">
      <Terms xmlns="http://schemas.microsoft.com/office/infopath/2007/PartnerControls"/>
    </lcf76f155ced4ddcb4097134ff3c332f>
    <SharedWithUsers xmlns="7fef2a20-82ef-461e-988d-835a831e05db">
      <UserInfo>
        <DisplayName>Julie Brown</DisplayName>
        <AccountId>214</AccountId>
        <AccountType/>
      </UserInfo>
      <UserInfo>
        <DisplayName>Nick Stone</DisplayName>
        <AccountId>26</AccountId>
        <AccountType/>
      </UserInfo>
      <UserInfo>
        <DisplayName>Anna Fent</DisplayName>
        <AccountId>193</AccountId>
        <AccountType/>
      </UserInfo>
      <UserInfo>
        <DisplayName>Adam Walker</DisplayName>
        <AccountId>81</AccountId>
        <AccountType/>
      </UserInfo>
      <UserInfo>
        <DisplayName>Judy Perry</DisplayName>
        <AccountId>67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AF80778-7D42-4F52-AEDF-C4E3431A32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953DCE-D2AD-41D4-89B6-D7FDECD1E3B4}">
  <ds:schemaRefs>
    <ds:schemaRef ds:uri="22bce3e2-201b-49c7-9d0f-bff019030a21"/>
    <ds:schemaRef ds:uri="7fef2a20-82ef-461e-988d-835a831e05d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7FC8329-C6F9-417B-AFDE-5E22243E6E66}">
  <ds:schemaRefs>
    <ds:schemaRef ds:uri="22bce3e2-201b-49c7-9d0f-bff019030a21"/>
    <ds:schemaRef ds:uri="7fef2a20-82ef-461e-988d-835a831e05d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bea66b2b-af80-48b6-873b-d341d3035cfa}" enabled="1" method="Standard" siteId="{63982aff-fb6c-4c22-973b-70e4acfb63e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GSK_New_PPT_16x9_Template_Sep22_v3</Template>
  <TotalTime>55033</TotalTime>
  <Words>261</Words>
  <Application>Microsoft Macintosh PowerPoint</Application>
  <PresentationFormat>Widescreen</PresentationFormat>
  <Paragraphs>102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GSK Precision Light</vt:lpstr>
      <vt:lpstr>Arial</vt:lpstr>
      <vt:lpstr>GSK Precision</vt:lpstr>
      <vt:lpstr>GSK </vt:lpstr>
      <vt:lpstr>2_GSK </vt:lpstr>
      <vt:lpstr>GSK </vt:lpstr>
      <vt:lpstr>Theme1 Precision Font</vt:lpstr>
      <vt:lpstr>1_GSK </vt:lpstr>
      <vt:lpstr>think-cell Slide</vt:lpstr>
      <vt:lpstr>Ingress-Nginx – Istio Migration</vt:lpstr>
      <vt:lpstr>Existing Ingress-nginx setup</vt:lpstr>
      <vt:lpstr>Istio with Private only AKS</vt:lpstr>
      <vt:lpstr>Istio with Shared AKS multi-cluster</vt:lpstr>
      <vt:lpstr>Istio with Azure Local</vt:lpstr>
      <vt:lpstr>Istio Governance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GSK PowerPoint template</dc:title>
  <dc:creator>Steph Mountifield</dc:creator>
  <cp:lastModifiedBy>Soumya Prakash Barik</cp:lastModifiedBy>
  <cp:revision>102</cp:revision>
  <cp:lastPrinted>2024-01-30T11:31:51Z</cp:lastPrinted>
  <dcterms:created xsi:type="dcterms:W3CDTF">2023-04-26T14:39:09Z</dcterms:created>
  <dcterms:modified xsi:type="dcterms:W3CDTF">2026-07-23T04:31:01Z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0x0101001936A45F32384A429B20FAD37472F0E9</vt:lpwstr>
  </property>
  <property fmtid="{D5CDD505-2E9C-101B-9397-08002B2CF9AE}" pid="3" name="MediaServiceImageTags">
    <vt:lpwstr/>
  </property>
  <property fmtid="{D5CDD505-2E9C-101B-9397-08002B2CF9AE}" pid="4" name="ArticulateGUID">
    <vt:lpwstr>15CDE283-B26F-4D28-871F-EAED173C219D</vt:lpwstr>
  </property>
  <property fmtid="{D5CDD505-2E9C-101B-9397-08002B2CF9AE}" pid="5" name="ArticulatePath">
    <vt:lpwstr>Presentation1</vt:lpwstr>
  </property>
  <property fmtid="{D5CDD505-2E9C-101B-9397-08002B2CF9AE}" pid="6" name="MSIP_Label_bea66b2b-af80-48b6-873b-d341d3035cfa_Enabled">
    <vt:lpwstr>true</vt:lpwstr>
  </property>
  <property fmtid="{D5CDD505-2E9C-101B-9397-08002B2CF9AE}" pid="7" name="MSIP_Label_bea66b2b-af80-48b6-873b-d341d3035cfa_SetDate">
    <vt:lpwstr>2024-03-19T16:36:20Z</vt:lpwstr>
  </property>
  <property fmtid="{D5CDD505-2E9C-101B-9397-08002B2CF9AE}" pid="8" name="MSIP_Label_bea66b2b-af80-48b6-873b-d341d3035cfa_Method">
    <vt:lpwstr>Standard</vt:lpwstr>
  </property>
  <property fmtid="{D5CDD505-2E9C-101B-9397-08002B2CF9AE}" pid="9" name="MSIP_Label_bea66b2b-af80-48b6-873b-d341d3035cfa_Name">
    <vt:lpwstr>Proprietary</vt:lpwstr>
  </property>
  <property fmtid="{D5CDD505-2E9C-101B-9397-08002B2CF9AE}" pid="10" name="MSIP_Label_bea66b2b-af80-48b6-873b-d341d3035cfa_SiteId">
    <vt:lpwstr>63982aff-fb6c-4c22-973b-70e4acfb63e6</vt:lpwstr>
  </property>
  <property fmtid="{D5CDD505-2E9C-101B-9397-08002B2CF9AE}" pid="11" name="MSIP_Label_bea66b2b-af80-48b6-873b-d341d3035cfa_ActionId">
    <vt:lpwstr>953004c5-9a24-4b21-bc0b-e22a7a590b89</vt:lpwstr>
  </property>
  <property fmtid="{D5CDD505-2E9C-101B-9397-08002B2CF9AE}" pid="12" name="MSIP_Label_bea66b2b-af80-48b6-873b-d341d3035cfa_ContentBits">
    <vt:lpwstr>0</vt:lpwstr>
  </property>
</Properties>
</file>